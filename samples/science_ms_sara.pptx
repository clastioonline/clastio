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Montserrat"/>
              </a:rPr>
              <a:t>States of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59E0B"/>
                </a:solidFill>
              </a:rPr>
              <a:t>Grade 8 Science  •  Lesson 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206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Describe the three states of matter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Explain particle arrangement in each state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Use the particle model to explain changes of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What is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Matter is anything that has mass and takes up space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Everything around us is made of tiny particles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Particles are always moving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How they move decides the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Solids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Particles packed closely in a fixed pattern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Vibrate in place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Fixed shape and volume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00200"/>
            <a:ext cx="48463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Liquids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Particles close but can slide past each other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Take the shape of the container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Fixed volume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00200"/>
            <a:ext cx="48463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Gases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Particles far apart and fast moving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Fill any container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Easy to compress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00200"/>
            <a:ext cx="48463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Compare: solid vs liquid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F766E"/>
                </a:solidFill>
              </a:rPr>
              <a:t>Solid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Fixed shape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Particles vibrate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Hard to compress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F766E"/>
                </a:solidFill>
              </a:rPr>
              <a:t>Liquid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Flows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Particles slide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Hard to compress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Quick 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</a:rPr>
              <a:t>Which state of matter has a fixed shape?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12064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F2937"/>
                </a:solidFill>
              </a:rPr>
              <a:t>A) Solid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512064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F2937"/>
                </a:solidFill>
              </a:rPr>
              <a:t>B) Liquid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512064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F2937"/>
                </a:solidFill>
              </a:rPr>
              <a:t>C) 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114800"/>
            <a:ext cx="512064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F2937"/>
                </a:solidFill>
              </a:rPr>
              <a:t>D) Plasma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Matter is made of particles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Solids, liquids and gases differ in particle arrangement and movement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Heating and cooling change states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