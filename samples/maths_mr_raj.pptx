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48640" y="1417320"/>
            <a:ext cx="18288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Fractions: Adding and Subtracting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Grade 6 Mathematics • Mr 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fractions with the same denominator</a:t>
            </a:r>
          </a:p>
          <a:p>
            <a:r>
              <a:t>Find a common denominator</a:t>
            </a:r>
          </a:p>
          <a:p>
            <a:r>
              <a:t>Subtract mixed numbers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 what is a fraction?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fraction shows part of a whole</a:t>
            </a:r>
          </a:p>
          <a:p>
            <a:r>
              <a:t>Numerator: parts we have</a:t>
            </a:r>
          </a:p>
          <a:p>
            <a:r>
              <a:t>Denominator: equal parts in the whole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denominators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the numerators</a:t>
            </a:r>
          </a:p>
          <a:p>
            <a:r>
              <a:t>Keep the denominator</a:t>
            </a:r>
          </a:p>
          <a:p>
            <a:r>
              <a:t>Simplify if possible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 denominators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 the lowest common multiple</a:t>
            </a:r>
          </a:p>
          <a:p>
            <a:r>
              <a:t>Convert both fractions</a:t>
            </a:r>
          </a:p>
          <a:p>
            <a:r>
              <a:t>Then add the numerators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1/4 + 2/4 = ?</a:t>
            </a:r>
          </a:p>
          <a:p>
            <a:r>
              <a:t>2/3 + 1/6 = ?</a:t>
            </a:r>
          </a:p>
          <a:p>
            <a:r>
              <a:t>3/5 − 1/10 =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denominator: add numerators</a:t>
            </a:r>
          </a:p>
          <a:p>
            <a:r>
              <a:t>Different: find a common denominator first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Drawing fraction bars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Using common denominators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Mixed numbers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FFFFF"/>
      </a:lt1>
      <a:dk2>
        <a:srgbClr val="1E3A8A"/>
      </a:dk2>
      <a:lt2>
        <a:srgbClr val="FFFBF5"/>
      </a:lt2>
      <a:accent1>
        <a:srgbClr val="1E3A8A"/>
      </a:accent1>
      <a:accent2>
        <a:srgbClr val="F97316"/>
      </a:accent2>
      <a:accent3>
        <a:srgbClr val="FBBF24"/>
      </a:accent3>
      <a:accent4>
        <a:srgbClr val="14B8A6"/>
      </a:accent4>
      <a:accent5>
        <a:srgbClr val="8B5CF6"/>
      </a:accent5>
      <a:accent6>
        <a:srgbClr val="EC4899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