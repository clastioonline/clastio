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377440"/>
            <a:ext cx="9418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5400" b="1">
                <a:solidFill>
                  <a:srgbClr val="7C3AED"/>
                </a:solidFill>
                <a:latin typeface="Comic Sans MS"/>
              </a:rPr>
              <a:t>Animals and Their Homes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F472B6"/>
                </a:solidFill>
              </a:rPr>
              <a:t>Grade 2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365760"/>
            <a:ext cx="11064240" cy="10972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Comic Sans MS"/>
              </a:rPr>
              <a:t>Where do animals live?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10642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0">
                <a:solidFill>
                  <a:srgbClr val="3B0764"/>
                </a:solidFill>
              </a:rPr>
              <a:t>• Forests</a:t>
            </a:r>
          </a:p>
          <a:p>
            <a:pPr>
              <a:spcAft>
                <a:spcPts val="800"/>
              </a:spcAft>
            </a:pPr>
            <a:r>
              <a:rPr sz="2600" b="0">
                <a:solidFill>
                  <a:srgbClr val="3B0764"/>
                </a:solidFill>
              </a:rPr>
              <a:t>• Oceans</a:t>
            </a:r>
          </a:p>
          <a:p>
            <a:pPr>
              <a:spcAft>
                <a:spcPts val="800"/>
              </a:spcAft>
            </a:pPr>
            <a:r>
              <a:rPr sz="2600" b="0">
                <a:solidFill>
                  <a:srgbClr val="3B0764"/>
                </a:solidFill>
              </a:rPr>
              <a:t>• Deserts</a:t>
            </a:r>
          </a:p>
          <a:p>
            <a:pPr>
              <a:spcAft>
                <a:spcPts val="800"/>
              </a:spcAft>
            </a:pPr>
            <a:r>
              <a:rPr sz="2600" b="0">
                <a:solidFill>
                  <a:srgbClr val="3B0764"/>
                </a:solidFill>
              </a:rPr>
              <a:t>• Polar lands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365760"/>
            <a:ext cx="11064240" cy="10972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Comic Sans MS"/>
              </a:rPr>
              <a:t>Desert animals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10642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0">
                <a:solidFill>
                  <a:srgbClr val="3B0764"/>
                </a:solidFill>
              </a:rPr>
              <a:t>• Camels store fat in their humps</a:t>
            </a:r>
          </a:p>
          <a:p>
            <a:pPr>
              <a:spcAft>
                <a:spcPts val="800"/>
              </a:spcAft>
            </a:pPr>
            <a:r>
              <a:rPr sz="2600" b="0">
                <a:solidFill>
                  <a:srgbClr val="3B0764"/>
                </a:solidFill>
              </a:rPr>
              <a:t>• Oryx can go without water</a:t>
            </a:r>
          </a:p>
          <a:p>
            <a:pPr>
              <a:spcAft>
                <a:spcPts val="800"/>
              </a:spcAft>
            </a:pPr>
            <a:r>
              <a:rPr sz="2600" b="0">
                <a:solidFill>
                  <a:srgbClr val="3B0764"/>
                </a:solidFill>
              </a:rPr>
              <a:t>• Desert foxes have big ears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365760"/>
            <a:ext cx="11064240" cy="10972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Comic Sans MS"/>
              </a:rPr>
              <a:t>Ocean animals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10642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0">
                <a:solidFill>
                  <a:srgbClr val="3B0764"/>
                </a:solidFill>
              </a:rPr>
              <a:t>• Dolphins breathe air</a:t>
            </a:r>
          </a:p>
          <a:p>
            <a:pPr>
              <a:spcAft>
                <a:spcPts val="800"/>
              </a:spcAft>
            </a:pPr>
            <a:r>
              <a:rPr sz="2600" b="0">
                <a:solidFill>
                  <a:srgbClr val="3B0764"/>
                </a:solidFill>
              </a:rPr>
              <a:t>• Turtles lay eggs on beaches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365760"/>
            <a:ext cx="11064240" cy="10972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Comic Sans MS"/>
              </a:rPr>
              <a:t>Let's think!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10642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0">
                <a:solidFill>
                  <a:srgbClr val="3B0764"/>
                </a:solidFill>
              </a:rPr>
              <a:t>• Why does a camel have long eyelashes?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3B0764"/>
      </a:dk1>
      <a:lt1>
        <a:srgbClr val="FFFFFF"/>
      </a:lt1>
      <a:dk2>
        <a:srgbClr val="7C3AED"/>
      </a:dk2>
      <a:lt2>
        <a:srgbClr val="FDF4FF"/>
      </a:lt2>
      <a:accent1>
        <a:srgbClr val="7C3AED"/>
      </a:accent1>
      <a:accent2>
        <a:srgbClr val="F472B6"/>
      </a:accent2>
      <a:accent3>
        <a:srgbClr val="22C55E"/>
      </a:accent3>
      <a:accent4>
        <a:srgbClr val="FACC15"/>
      </a:accent4>
      <a:accent5>
        <a:srgbClr val="38BDF8"/>
      </a:accent5>
      <a:accent6>
        <a:srgbClr val="FB923C"/>
      </a:accent6>
      <a:hlink>
        <a:srgbClr val="0000FF"/>
      </a:hlink>
      <a:folHlink>
        <a:srgbClr val="800080"/>
      </a:folHlink>
    </a:clrScheme>
    <a:fontScheme name="Office">
      <a:majorFont>
        <a:latin typeface="Comic Sans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