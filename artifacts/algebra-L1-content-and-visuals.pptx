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56" r:id="rId4"/>
    <p:sldMasterId id="2147483663" r:id="rId5"/>
    <p:sldMasterId id="2147483675" r:id="rId6"/>
  </p:sldMasterIdLst>
  <p:notesMasterIdLst>
    <p:notesMasterId r:id="rId17"/>
  </p:notesMasterIdLst>
  <p:sldIdLst>
    <p:sldId id="884" r:id="rId22"/>
    <p:sldId id="885" r:id="rId23"/>
    <p:sldId id="886" r:id="rId24"/>
    <p:sldId id="887" r:id="rId25"/>
    <p:sldId id="888" r:id="rId26"/>
    <p:sldId id="889" r:id="rId27"/>
    <p:sldId id="890" r:id="rId28"/>
    <p:sldId id="891" r:id="rId29"/>
    <p:sldId id="892" r:id="rId30"/>
    <p:sldId id="893" r:id="rId31"/>
    <p:sldId id="894" r:id="rId32"/>
    <p:sldId id="895"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74"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C9F5F5"/>
    <a:srgbClr val="FFCC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8897" autoAdjust="0"/>
    <p:restoredTop sz="81226" autoAdjust="0"/>
  </p:normalViewPr>
  <p:slideViewPr>
    <p:cSldViewPr snapToGrid="0">
      <p:cViewPr varScale="1">
        <p:scale>
          <a:sx n="67" d="100"/>
          <a:sy n="67" d="100"/>
        </p:scale>
        <p:origin x="658" y="38"/>
      </p:cViewPr>
      <p:guideLst>
        <p:guide orient="horz" pos="2174"/>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 Id="rId22" Type="http://schemas.openxmlformats.org/officeDocument/2006/relationships/slide" Target="slides/slide1.xml"/><Relationship Id="rId23" Type="http://schemas.openxmlformats.org/officeDocument/2006/relationships/slide" Target="slides/slide2.xml"/><Relationship Id="rId24" Type="http://schemas.openxmlformats.org/officeDocument/2006/relationships/slide" Target="slides/slide3.xml"/><Relationship Id="rId25" Type="http://schemas.openxmlformats.org/officeDocument/2006/relationships/slide" Target="slides/slide4.xml"/><Relationship Id="rId26" Type="http://schemas.openxmlformats.org/officeDocument/2006/relationships/slide" Target="slides/slide5.xml"/><Relationship Id="rId27" Type="http://schemas.openxmlformats.org/officeDocument/2006/relationships/slide" Target="slides/slide6.xml"/><Relationship Id="rId28" Type="http://schemas.openxmlformats.org/officeDocument/2006/relationships/slide" Target="slides/slide7.xml"/><Relationship Id="rId29" Type="http://schemas.openxmlformats.org/officeDocument/2006/relationships/slide" Target="slides/slide8.xml"/><Relationship Id="rId30" Type="http://schemas.openxmlformats.org/officeDocument/2006/relationships/slide" Target="slides/slide9.xml"/><Relationship Id="rId31" Type="http://schemas.openxmlformats.org/officeDocument/2006/relationships/slide" Target="slides/slide10.xml"/><Relationship Id="rId32" Type="http://schemas.openxmlformats.org/officeDocument/2006/relationships/slide" Target="slides/slide11.xml"/><Relationship Id="rId33"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F948C07-33B2-40B2-806E-27BACD24D73E}" type="datetimeFigureOut">
              <a:rPr lang="en-US" smtClean="0"/>
              <a:t>9/6/2026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B96A341-0214-48AC-BE9F-7C2AF6A81D4E}"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the class and point to the course title. Explain that algebra helps scientists describe change, calculate values and test whether a model fits evidence. Ask students to think of one quantity that changes in science or daily life, such as temperature, distance, mass or volume. Link today’s lesson to a UAE context they will see later, then tell them the lesson ends with their own expression and a short check. Transition: ‘Before we start new learning, let’s warm up our calculation and unit skills.’</a:t>
            </a:r>
          </a:p>
          <a:p/>
          <a:p>
            <a:r>
              <a:t>Timing: about 1 min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students 20 seconds per question and ask for answers on mini whiteboards. Check the first answer carefully: 3 × 4 + 2 = 14 because multiplication comes before addition. The second answer is 2.5 L. The third answer is that 38°C is a temperature reading. Watch for the common error of treating 2500 mL as 25 L. Ask one student to explain the unit conversion aloud. Transition straight to the WALT and WILF slide.</a:t>
            </a:r>
          </a:p>
          <a:p/>
          <a:p>
            <a:r>
              <a:t>Teacher: Answer individually, then hold up boards.</a:t>
            </a:r>
          </a:p>
          <a:p/>
          <a:p>
            <a:r>
              <a:t>Ask: Which operation do you do first?</a:t>
            </a:r>
          </a:p>
          <a:p/>
          <a:p>
            <a:r>
              <a:t>Support: Work with a partner and use a calculator only for checking.</a:t>
            </a:r>
          </a:p>
          <a:p/>
          <a:p>
            <a:r>
              <a:t>Stretch: Explain why 2500 mL becomes 2.5 L, not 25 L.</a:t>
            </a:r>
          </a:p>
          <a:p/>
          <a:p>
            <a:r>
              <a:t>Timing: about 5 min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WALT and WILF aloud together. Ask students to turn and tell a partner which target feels easiest and which feels hardest. Keep the focus on three outcomes: name the parts, write an expression, and substitute a value. If students are unsure, rephrase each target in simpler language and point to an example on the board. Success is clear if they can say one variable, one coefficient and one constant by the end. Transition: ‘Now let’s learn the key words.’</a:t>
            </a:r>
          </a:p>
          <a:p/>
          <a:p>
            <a:r>
              <a:t>Ask: Which success criterion feels hardest today?</a:t>
            </a:r>
          </a:p>
          <a:p/>
          <a:p>
            <a:r>
              <a:t>Support: Read each line aloud and underline the key verbs.</a:t>
            </a:r>
          </a:p>
          <a:p/>
          <a:p>
            <a:r>
              <a:t>Stretch: Add one more success criterion of your own.</a:t>
            </a:r>
          </a:p>
          <a:p/>
          <a:p>
            <a:r>
              <a:t>Timing: about 2 min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the vocabulary slide as a quick pre-teach. Ask students to repeat each term and give a simple example. Emphasise that an expression has no equals sign. Use 3b + 5 to separate the parts: 3 is the coefficient because it multiplies b, and 5 is the constant because it stands alone. If students confuse coefficient and constant, ask, ‘What does the number multiply?’ Transition to the variable slide.</a:t>
            </a:r>
          </a:p>
          <a:p/>
          <a:p>
            <a:r>
              <a:t>Ask: What does the coefficient multiply?</a:t>
            </a:r>
          </a:p>
          <a:p/>
          <a:p>
            <a:r>
              <a:t>Support: Match each term to a colour card.</a:t>
            </a:r>
          </a:p>
          <a:p/>
          <a:p>
            <a:r>
              <a:t>Stretch: Write one new science example for each term.</a:t>
            </a:r>
          </a:p>
          <a:p/>
          <a:p>
            <a:r>
              <a:t>Timing: about 3 min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the thermometer diagram to show that a variable is a quantity that can change. Ask for another changing quantity in science; accept mass, volume, speed or time. Correct the idea that a variable is only an unknown number. A variable can be any measured quantity that takes different values in different conditions. If students say ‘x’ for everything, remind them that the letter should match the context. Transition: ‘Now let’s separate the parts of an expression.’</a:t>
            </a:r>
          </a:p>
          <a:p/>
          <a:p>
            <a:r>
              <a:t>Ask: What quantity changes in the diagram?</a:t>
            </a:r>
          </a:p>
          <a:p/>
          <a:p>
            <a:r>
              <a:t>Support: Point to the changing number and say it aloud.</a:t>
            </a:r>
          </a:p>
          <a:p/>
          <a:p>
            <a:r>
              <a:t>Stretch: Name two other changing quantities in science.</a:t>
            </a:r>
          </a:p>
          <a:p/>
          <a:p>
            <a:r>
              <a:t>Timing: about 4 min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expression from left to right. Ask students which part changes, which number multiplies the variable, and which number stays fixed. Focus on 3b + 5 first, then connect to 500h as a science example. A common error is calling every number a coefficient; correct this by asking, ‘What is it multiplying?’ If they struggle, cover the last bullet and return to the example. Transition: ‘Now let’s use a real UAE science example.’</a:t>
            </a:r>
          </a:p>
          <a:p>
            <a:r>
              <a:t>Image placeholder: upload a suitable image in the manual editor. A real illustration was unavailable.</a:t>
            </a:r>
          </a:p>
          <a:p/>
          <a:p>
            <a:r>
              <a:t>Ask: Which number is the constant?</a:t>
            </a:r>
          </a:p>
          <a:p/>
          <a:p>
            <a:r>
              <a:t>Support: Cover the second example until the first is secure.</a:t>
            </a:r>
          </a:p>
          <a:p/>
          <a:p>
            <a:r>
              <a:t>Stretch: Explain why 500 is not the constant.</a:t>
            </a:r>
          </a:p>
          <a:p/>
          <a:p>
            <a:r>
              <a:t>Timing: about 4 min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Model the four steps slowly. Ask what h represents and what the 500 tells us. Students should see that V = 500h means volume in litres depends on hours. Work through the substitution: 500 × 3 = 1500 L. If learners struggle, use repeated addition: 500 + 500 + 500. Point out that the unit matters, so the answer must include litres. Ask the extension question: ‘What does V = 0 mean here?’ Transition to pair practice.</a:t>
            </a:r>
          </a:p>
          <a:p/>
          <a:p>
            <a:r>
              <a:t>Ask: What does the 500 tell us here?</a:t>
            </a:r>
          </a:p>
          <a:p/>
          <a:p>
            <a:r>
              <a:t>Support: Use repeated addition first.</a:t>
            </a:r>
          </a:p>
          <a:p/>
          <a:p>
            <a:r>
              <a:t>Stretch: Explain what V = 0 means in this context.</a:t>
            </a:r>
          </a:p>
          <a:p/>
          <a:p>
            <a:r>
              <a:t>Visual suggestion: A desalination plant tank filling with an arrow labelled 500 L per hour, a clock showing 3 h, and the chain V = 500h leading to 1500 L.</a:t>
            </a:r>
          </a:p>
          <a:p/>
          <a:p>
            <a:r>
              <a:t>Timing: about 6 min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Put students in pairs and tell them to complete both tasks. One partner writes, the other checks the variable, coefficient and constant. Expected answers: d = 55t and m = 4x + 10. In the second expression, 4 is the coefficient and 10 is the constant. If learners need support, give sentence stems such as ‘The variable is…’ and ‘The coefficient is…’. Keep them moving quickly so they have time to compare answers before the next slide.</a:t>
            </a:r>
          </a:p>
          <a:p/>
          <a:p>
            <a:r>
              <a:t>Teacher: Use think-pair-share.</a:t>
            </a:r>
          </a:p>
          <a:p/>
          <a:p>
            <a:r>
              <a:t>Ask: Which part is the constant in Task B?</a:t>
            </a:r>
          </a:p>
          <a:p/>
          <a:p>
            <a:r>
              <a:t>Support: Use sentence stems: ‘The variable is…’.</a:t>
            </a:r>
          </a:p>
          <a:p/>
          <a:p>
            <a:r>
              <a:t>Stretch: Invent a new context and expression.</a:t>
            </a:r>
          </a:p>
          <a:p/>
          <a:p>
            <a:r>
              <a:t>Timing: about 5 min</a:t>
            </a:r>
          </a:p>
          <a:p>
            <a:r>
              <a:t>Answer key: A: d = 55t; d(2) = 110 km. B: m = 4x + 10; m(5) = 30 g. Extension: 4x + 10 = 38, so x = 7.</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substitution as a routine: replace, then calculate. Ask what would happen if students added before multiplying. Reinforce that the coefficient stays with the variable until after substitution. Work through m = 4x + 10 with x = 5: 4(5) + 10 = 30. Keep the working written on every line. If students get 60, they have added too early. Transition to the two worked checks.</a:t>
            </a:r>
          </a:p>
          <a:p>
            <a:r>
              <a:t>Image placeholder: upload a suitable image in the manual editor. A real illustration was unavailable.</a:t>
            </a:r>
          </a:p>
          <a:p/>
          <a:p>
            <a:r>
              <a:t>Ask: What happens if you add before multiplying?</a:t>
            </a:r>
          </a:p>
          <a:p/>
          <a:p>
            <a:r>
              <a:t>Support: Follow one step at a time with the example.</a:t>
            </a:r>
          </a:p>
          <a:p/>
          <a:p>
            <a:r>
              <a:t>Stretch: Try x = 7 and calculate it.</a:t>
            </a:r>
          </a:p>
          <a:p/>
          <a:p>
            <a:r>
              <a:t>Timing: about 3 min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students to solve each example on their boards before you reveal the answer. Example 1 gives 2000 L. Example 2 gives 15. Emphasise that the 3 in P = 2n + 3 is a constant baseline, not linked to n. If students struggle, hide the units first and calculate the numbers, then add the unit back in. Ask, ‘How do we know the answer is reasonable?’ Transition to the exit ticket.</a:t>
            </a:r>
          </a:p>
          <a:p/>
          <a:p>
            <a:r>
              <a:t>Ask: Why is the 3 not a coefficient?</a:t>
            </a:r>
          </a:p>
          <a:p/>
          <a:p>
            <a:r>
              <a:t>Support: Cover the second example until the first is secure.</a:t>
            </a:r>
          </a:p>
          <a:p/>
          <a:p>
            <a:r>
              <a:t>Stretch: Explain the role of the fixed number 3.</a:t>
            </a:r>
          </a:p>
          <a:p/>
          <a:p>
            <a:r>
              <a:t>Visual suggestion: Two side-by-side calculation chains showing substitution in science expressions: V = 500h with h = 4, and P = 2n + 3 with n = 6.</a:t>
            </a:r>
          </a:p>
          <a:p/>
          <a:p>
            <a:r>
              <a:t>Timing: about 5 min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Students answer independently first, then check quietly with a partner if time allows. Expected answers: coefficient 6, variable t, constant 9. For evaluation, 6(2) + 9 = 21. If they mislabel 9 as a coefficient, return to the question ‘What does it multiply?’ Use the final sentence to test understanding: a constant stays fixed. Collect boards or books before moving on. Transition to homework.</a:t>
            </a:r>
          </a:p>
          <a:p/>
          <a:p>
            <a:r>
              <a:t>Teacher: Answer individually, then check quietly.</a:t>
            </a:r>
          </a:p>
          <a:p/>
          <a:p>
            <a:r>
              <a:t>Ask: Which part stays fixed in 6t + 9?</a:t>
            </a:r>
          </a:p>
          <a:p/>
          <a:p>
            <a:r>
              <a:t>Support: Read one question at a time and circle key words.</a:t>
            </a:r>
          </a:p>
          <a:p/>
          <a:p>
            <a:r>
              <a:t>Stretch: Explain why 6 is not the variable.</a:t>
            </a:r>
          </a:p>
          <a:p/>
          <a:p>
            <a:r>
              <a:t>Timing: about 4 min</a:t>
            </a:r>
          </a:p>
          <a:p>
            <a:r>
              <a:t>Answer key: Variable t; coefficient 6; constant 9. At t=2: 6(2)+9=21. The incorrect brackets multiply 9 by 6. Increasing t by 1 increases the result by 6.</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that homework should use real quantities students can see at home, not invented numbers only. Encourage examples from a water bottle, room temperature, distance to school or electricity use. Remind them to label the variable, coefficient and constant in each expression and evaluate one with a real value. Ask them to bring one example to share next lesson. Finish by praising clear working and neat notation.</a:t>
            </a:r>
          </a:p>
          <a:p/>
          <a:p>
            <a:r>
              <a:t>Ask: Which home quantity could be a variable?</a:t>
            </a:r>
          </a:p>
          <a:p/>
          <a:p>
            <a:r>
              <a:t>Support: Choose everyday quantities you already know.</a:t>
            </a:r>
          </a:p>
          <a:p/>
          <a:p>
            <a:r>
              <a:t>Stretch: Add a second evaluation for a different value.</a:t>
            </a:r>
          </a:p>
          <a:p/>
          <a:p>
            <a:r>
              <a:t>Timing: about 3 min</a:t>
            </a:r>
          </a:p>
          <a:p>
            <a:r>
              <a:t>Answer key: Challenge: 4x + 10. Examples are illustrative models; students must define quantities, units and assumptions.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Home">
  <p:cSld name="Home">
    <p:spTree>
      <p:nvGrpSpPr>
        <p:cNvPr id="1" name="Shape 14"/>
        <p:cNvGrpSpPr/>
        <p:nvPr/>
      </p:nvGrpSpPr>
      <p:grpSpPr>
        <a:xfrm>
          <a:off x="0" y="0"/>
          <a:ext cx="0" cy="0"/>
          <a:chOff x="0" y="0"/>
          <a:chExt cx="0" cy="0"/>
        </a:xfrm>
      </p:grpSpPr>
      <p:sp>
        <p:nvSpPr>
          <p:cNvPr id="15" name="Google Shape;15;p8"/>
          <p:cNvSpPr/>
          <p:nvPr/>
        </p:nvSpPr>
        <p:spPr>
          <a:xfrm>
            <a:off x="1298524" y="0"/>
            <a:ext cx="10883774" cy="6858000"/>
          </a:xfrm>
          <a:prstGeom prst="rect">
            <a:avLst/>
          </a:prstGeom>
          <a:solidFill>
            <a:schemeClr val="dk1"/>
          </a:solidFill>
          <a:ln>
            <a:noFill/>
          </a:ln>
          <a:effectLst>
            <a:outerShdw blurRad="50800" dist="38100" dir="10800000" algn="r"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FFFFFF"/>
              </a:solidFill>
              <a:latin typeface="Calibri" panose="020F0502020204030204"/>
              <a:ea typeface="Calibri" panose="020F0502020204030204"/>
              <a:cs typeface="Calibri" panose="020F0502020204030204"/>
              <a:sym typeface="Calibri" panose="020F0502020204030204"/>
            </a:endParaRPr>
          </a:p>
        </p:txBody>
      </p:sp>
      <p:sp>
        <p:nvSpPr>
          <p:cNvPr id="16" name="Google Shape;16;p8"/>
          <p:cNvSpPr/>
          <p:nvPr/>
        </p:nvSpPr>
        <p:spPr>
          <a:xfrm rot="-5400000">
            <a:off x="1072324" y="279124"/>
            <a:ext cx="312900" cy="139500"/>
          </a:xfrm>
          <a:prstGeom prst="triangle">
            <a:avLst>
              <a:gd name="adj" fmla="val 50000"/>
            </a:avLst>
          </a:prstGeom>
          <a:solidFill>
            <a:srgbClr val="000400"/>
          </a:solidFill>
          <a:ln>
            <a:noFill/>
          </a:ln>
          <a:effectLst>
            <a:outerShdw blurRad="50800" dist="38100" dir="10800000" algn="r"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FFFFFF"/>
              </a:solidFill>
              <a:highlight>
                <a:srgbClr val="000400"/>
              </a:highlight>
              <a:latin typeface="Calibri" panose="020F0502020204030204"/>
              <a:ea typeface="Calibri" panose="020F0502020204030204"/>
              <a:cs typeface="Calibri" panose="020F0502020204030204"/>
              <a:sym typeface="Calibri" panose="020F0502020204030204"/>
            </a:endParaRPr>
          </a:p>
        </p:txBody>
      </p:sp>
      <p:sp>
        <p:nvSpPr>
          <p:cNvPr id="17" name="Google Shape;17;p8"/>
          <p:cNvSpPr txBox="1">
            <a:spLocks noGrp="1"/>
          </p:cNvSpPr>
          <p:nvPr>
            <p:ph type="title"/>
          </p:nvPr>
        </p:nvSpPr>
        <p:spPr>
          <a:xfrm>
            <a:off x="2678100" y="288575"/>
            <a:ext cx="9098100" cy="763500"/>
          </a:xfrm>
          <a:prstGeom prst="rect">
            <a:avLst/>
          </a:prstGeom>
          <a:solidFill>
            <a:schemeClr val="lt1"/>
          </a:solidFill>
          <a:ln>
            <a:noFill/>
          </a:ln>
        </p:spPr>
        <p:txBody>
          <a:bodyPr spcFirstLastPara="1" wrap="square" lIns="121900" tIns="121900" rIns="121900" bIns="121900" anchor="t" anchorCtr="0">
            <a:noAutofit/>
          </a:bodyPr>
          <a:lstStyle>
            <a:lvl1pPr marR="0" lvl="0" algn="ctr" rtl="0">
              <a:lnSpc>
                <a:spcPct val="100000"/>
              </a:lnSpc>
              <a:spcBef>
                <a:spcPts val="0"/>
              </a:spcBef>
              <a:spcAft>
                <a:spcPts val="0"/>
              </a:spcAft>
              <a:buClr>
                <a:srgbClr val="000000"/>
              </a:buClr>
              <a:buSzPts val="1400"/>
              <a:buFont typeface="Arial" panose="020B0604020202020204"/>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R="0" lvl="1" algn="ctr" rtl="0">
              <a:lnSpc>
                <a:spcPct val="100000"/>
              </a:lnSpc>
              <a:spcBef>
                <a:spcPts val="0"/>
              </a:spcBef>
              <a:spcAft>
                <a:spcPts val="0"/>
              </a:spcAft>
              <a:buClr>
                <a:srgbClr val="000000"/>
              </a:buClr>
              <a:buSzPts val="1400"/>
              <a:buFont typeface="Arial" panose="020B0604020202020204"/>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ctr" rtl="0">
              <a:lnSpc>
                <a:spcPct val="100000"/>
              </a:lnSpc>
              <a:spcBef>
                <a:spcPts val="0"/>
              </a:spcBef>
              <a:spcAft>
                <a:spcPts val="0"/>
              </a:spcAft>
              <a:buClr>
                <a:srgbClr val="000000"/>
              </a:buClr>
              <a:buSzPts val="1400"/>
              <a:buFont typeface="Arial" panose="020B0604020202020204"/>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ctr" rtl="0">
              <a:lnSpc>
                <a:spcPct val="100000"/>
              </a:lnSpc>
              <a:spcBef>
                <a:spcPts val="0"/>
              </a:spcBef>
              <a:spcAft>
                <a:spcPts val="0"/>
              </a:spcAft>
              <a:buClr>
                <a:srgbClr val="000000"/>
              </a:buClr>
              <a:buSzPts val="1400"/>
              <a:buFont typeface="Arial" panose="020B0604020202020204"/>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ctr" rtl="0">
              <a:lnSpc>
                <a:spcPct val="100000"/>
              </a:lnSpc>
              <a:spcBef>
                <a:spcPts val="0"/>
              </a:spcBef>
              <a:spcAft>
                <a:spcPts val="0"/>
              </a:spcAft>
              <a:buClr>
                <a:srgbClr val="000000"/>
              </a:buClr>
              <a:buSzPts val="1400"/>
              <a:buFont typeface="Arial" panose="020B0604020202020204"/>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ctr" rtl="0">
              <a:lnSpc>
                <a:spcPct val="100000"/>
              </a:lnSpc>
              <a:spcBef>
                <a:spcPts val="0"/>
              </a:spcBef>
              <a:spcAft>
                <a:spcPts val="0"/>
              </a:spcAft>
              <a:buClr>
                <a:srgbClr val="000000"/>
              </a:buClr>
              <a:buSzPts val="1400"/>
              <a:buFont typeface="Arial" panose="020B0604020202020204"/>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ctr" rtl="0">
              <a:lnSpc>
                <a:spcPct val="100000"/>
              </a:lnSpc>
              <a:spcBef>
                <a:spcPts val="0"/>
              </a:spcBef>
              <a:spcAft>
                <a:spcPts val="0"/>
              </a:spcAft>
              <a:buClr>
                <a:srgbClr val="000000"/>
              </a:buClr>
              <a:buSzPts val="1400"/>
              <a:buFont typeface="Arial" panose="020B0604020202020204"/>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ctr" rtl="0">
              <a:lnSpc>
                <a:spcPct val="100000"/>
              </a:lnSpc>
              <a:spcBef>
                <a:spcPts val="0"/>
              </a:spcBef>
              <a:spcAft>
                <a:spcPts val="0"/>
              </a:spcAft>
              <a:buClr>
                <a:srgbClr val="000000"/>
              </a:buClr>
              <a:buSzPts val="1400"/>
              <a:buFont typeface="Arial" panose="020B0604020202020204"/>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ctr" rtl="0">
              <a:lnSpc>
                <a:spcPct val="100000"/>
              </a:lnSpc>
              <a:spcBef>
                <a:spcPts val="0"/>
              </a:spcBef>
              <a:spcAft>
                <a:spcPts val="0"/>
              </a:spcAft>
              <a:buClr>
                <a:srgbClr val="000000"/>
              </a:buClr>
              <a:buSzPts val="1400"/>
              <a:buFont typeface="Arial" panose="020B0604020202020204"/>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a:p>
        </p:txBody>
      </p:sp>
      <p:sp>
        <p:nvSpPr>
          <p:cNvPr id="18" name="Google Shape;18;p8"/>
          <p:cNvSpPr txBox="1">
            <a:spLocks noGrp="1"/>
          </p:cNvSpPr>
          <p:nvPr>
            <p:ph type="body" idx="1"/>
          </p:nvPr>
        </p:nvSpPr>
        <p:spPr>
          <a:xfrm>
            <a:off x="2668650" y="1318050"/>
            <a:ext cx="9098100" cy="5125800"/>
          </a:xfrm>
          <a:prstGeom prst="rect">
            <a:avLst/>
          </a:prstGeom>
          <a:noFill/>
          <a:ln>
            <a:noFill/>
          </a:ln>
        </p:spPr>
        <p:txBody>
          <a:bodyPr spcFirstLastPara="1" wrap="square" lIns="121900" tIns="121900" rIns="121900" bIns="121900" anchor="t" anchorCtr="0">
            <a:noAutofit/>
          </a:bodyPr>
          <a:lstStyle>
            <a:lvl1pPr marL="457200" marR="0" lvl="0" indent="-355600" algn="l" rtl="0">
              <a:lnSpc>
                <a:spcPct val="100000"/>
              </a:lnSpc>
              <a:spcBef>
                <a:spcPts val="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914400" marR="0" lvl="1"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1371600" marR="0" lvl="2"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828800" marR="0" lvl="3"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2286000" marR="0" lvl="4"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743200" marR="0" lvl="5"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3200400" marR="0" lvl="6"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657600" marR="0" lvl="7"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4114800" marR="0" lvl="8" indent="-355600" algn="l" rtl="0">
              <a:lnSpc>
                <a:spcPct val="100000"/>
              </a:lnSpc>
              <a:spcBef>
                <a:spcPts val="2100"/>
              </a:spcBef>
              <a:spcAft>
                <a:spcPts val="210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Monday">
  <p:cSld name="Monday">
    <p:spTree>
      <p:nvGrpSpPr>
        <p:cNvPr id="1" name="Shape 19"/>
        <p:cNvGrpSpPr/>
        <p:nvPr/>
      </p:nvGrpSpPr>
      <p:grpSpPr>
        <a:xfrm>
          <a:off x="0" y="0"/>
          <a:ext cx="0" cy="0"/>
          <a:chOff x="0" y="0"/>
          <a:chExt cx="0" cy="0"/>
        </a:xfrm>
      </p:grpSpPr>
      <p:sp>
        <p:nvSpPr>
          <p:cNvPr id="20" name="Google Shape;20;p9"/>
          <p:cNvSpPr/>
          <p:nvPr/>
        </p:nvSpPr>
        <p:spPr>
          <a:xfrm>
            <a:off x="1298526" y="0"/>
            <a:ext cx="10883772" cy="6858000"/>
          </a:xfrm>
          <a:prstGeom prst="rect">
            <a:avLst/>
          </a:prstGeom>
          <a:solidFill>
            <a:schemeClr val="dk1"/>
          </a:solidFill>
          <a:ln>
            <a:noFill/>
          </a:ln>
          <a:effectLst>
            <a:outerShdw blurRad="50800" dist="38100" dir="10800000" algn="r"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FFFFFF"/>
              </a:solidFill>
              <a:latin typeface="Calibri" panose="020F0502020204030204"/>
              <a:ea typeface="Calibri" panose="020F0502020204030204"/>
              <a:cs typeface="Calibri" panose="020F0502020204030204"/>
              <a:sym typeface="Calibri" panose="020F0502020204030204"/>
            </a:endParaRPr>
          </a:p>
        </p:txBody>
      </p:sp>
      <p:sp>
        <p:nvSpPr>
          <p:cNvPr id="21" name="Google Shape;21;p9"/>
          <p:cNvSpPr/>
          <p:nvPr/>
        </p:nvSpPr>
        <p:spPr>
          <a:xfrm rot="-5400000">
            <a:off x="1072326" y="881264"/>
            <a:ext cx="312900" cy="139500"/>
          </a:xfrm>
          <a:prstGeom prst="triangle">
            <a:avLst>
              <a:gd name="adj" fmla="val 50000"/>
            </a:avLst>
          </a:prstGeom>
          <a:solidFill>
            <a:srgbClr val="000400"/>
          </a:solidFill>
          <a:ln>
            <a:noFill/>
          </a:ln>
          <a:effectLst>
            <a:outerShdw blurRad="50800" dist="38100" dir="10800000" algn="r"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FFFFFF"/>
              </a:solidFill>
              <a:latin typeface="Calibri" panose="020F0502020204030204"/>
              <a:ea typeface="Calibri" panose="020F0502020204030204"/>
              <a:cs typeface="Calibri" panose="020F0502020204030204"/>
              <a:sym typeface="Calibri" panose="020F0502020204030204"/>
            </a:endParaRPr>
          </a:p>
        </p:txBody>
      </p:sp>
      <p:sp>
        <p:nvSpPr>
          <p:cNvPr id="22" name="Google Shape;22;p9"/>
          <p:cNvSpPr txBox="1">
            <a:spLocks noGrp="1"/>
          </p:cNvSpPr>
          <p:nvPr>
            <p:ph type="title"/>
          </p:nvPr>
        </p:nvSpPr>
        <p:spPr>
          <a:xfrm>
            <a:off x="2678100" y="288575"/>
            <a:ext cx="9098100" cy="763500"/>
          </a:xfrm>
          <a:prstGeom prst="rect">
            <a:avLst/>
          </a:prstGeom>
          <a:solidFill>
            <a:schemeClr val="dk2"/>
          </a:solidFill>
          <a:ln>
            <a:noFill/>
          </a:ln>
        </p:spPr>
        <p:txBody>
          <a:bodyPr spcFirstLastPara="1" wrap="square" lIns="121900" tIns="121900" rIns="121900" bIns="121900" anchor="t" anchorCtr="0">
            <a:noAutofit/>
          </a:bodyPr>
          <a:lstStyle>
            <a:lvl1pPr marR="0" lvl="0"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1pPr>
            <a:lvl2pPr marR="0" lvl="1"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2pPr>
            <a:lvl3pPr marR="0" lvl="2"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3pPr>
            <a:lvl4pPr marR="0" lvl="3"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4pPr>
            <a:lvl5pPr marR="0" lvl="4"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5pPr>
            <a:lvl6pPr marR="0" lvl="5"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6pPr>
            <a:lvl7pPr marR="0" lvl="6"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7pPr>
            <a:lvl8pPr marR="0" lvl="7"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8pPr>
            <a:lvl9pPr marR="0" lvl="8"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9pPr>
          </a:lstStyle>
          <a:p>
            <a:endParaRPr/>
          </a:p>
        </p:txBody>
      </p:sp>
      <p:sp>
        <p:nvSpPr>
          <p:cNvPr id="23" name="Google Shape;23;p9"/>
          <p:cNvSpPr txBox="1">
            <a:spLocks noGrp="1"/>
          </p:cNvSpPr>
          <p:nvPr>
            <p:ph type="body" idx="1"/>
          </p:nvPr>
        </p:nvSpPr>
        <p:spPr>
          <a:xfrm>
            <a:off x="2668650" y="1318050"/>
            <a:ext cx="9098100" cy="5125800"/>
          </a:xfrm>
          <a:prstGeom prst="rect">
            <a:avLst/>
          </a:prstGeom>
          <a:noFill/>
          <a:ln>
            <a:noFill/>
          </a:ln>
        </p:spPr>
        <p:txBody>
          <a:bodyPr spcFirstLastPara="1" wrap="square" lIns="121900" tIns="121900" rIns="121900" bIns="121900" anchor="t" anchorCtr="0">
            <a:noAutofit/>
          </a:bodyPr>
          <a:lstStyle>
            <a:lvl1pPr marL="457200" marR="0" lvl="0" indent="-355600" algn="l" rtl="0">
              <a:lnSpc>
                <a:spcPct val="100000"/>
              </a:lnSpc>
              <a:spcBef>
                <a:spcPts val="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914400" marR="0" lvl="1"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1371600" marR="0" lvl="2"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828800" marR="0" lvl="3"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2286000" marR="0" lvl="4"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743200" marR="0" lvl="5"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3200400" marR="0" lvl="6"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657600" marR="0" lvl="7"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4114800" marR="0" lvl="8" indent="-355600" algn="l" rtl="0">
              <a:lnSpc>
                <a:spcPct val="100000"/>
              </a:lnSpc>
              <a:spcBef>
                <a:spcPts val="2100"/>
              </a:spcBef>
              <a:spcAft>
                <a:spcPts val="210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Friday">
  <p:cSld name="Friday">
    <p:spTree>
      <p:nvGrpSpPr>
        <p:cNvPr id="1" name="Shape 29"/>
        <p:cNvGrpSpPr/>
        <p:nvPr/>
      </p:nvGrpSpPr>
      <p:grpSpPr>
        <a:xfrm>
          <a:off x="0" y="0"/>
          <a:ext cx="0" cy="0"/>
          <a:chOff x="0" y="0"/>
          <a:chExt cx="0" cy="0"/>
        </a:xfrm>
      </p:grpSpPr>
      <p:sp>
        <p:nvSpPr>
          <p:cNvPr id="30" name="Google Shape;30;p11"/>
          <p:cNvSpPr/>
          <p:nvPr/>
        </p:nvSpPr>
        <p:spPr>
          <a:xfrm>
            <a:off x="1302503" y="0"/>
            <a:ext cx="10879795" cy="6858000"/>
          </a:xfrm>
          <a:prstGeom prst="rect">
            <a:avLst/>
          </a:prstGeom>
          <a:solidFill>
            <a:schemeClr val="dk1"/>
          </a:solidFill>
          <a:ln>
            <a:noFill/>
          </a:ln>
          <a:effectLst>
            <a:outerShdw blurRad="50800" dist="38100" dir="10800000" algn="r"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FFFFFF"/>
              </a:solidFill>
              <a:latin typeface="Calibri" panose="020F0502020204030204"/>
              <a:ea typeface="Calibri" panose="020F0502020204030204"/>
              <a:cs typeface="Calibri" panose="020F0502020204030204"/>
              <a:sym typeface="Calibri" panose="020F0502020204030204"/>
            </a:endParaRPr>
          </a:p>
        </p:txBody>
      </p:sp>
      <p:sp>
        <p:nvSpPr>
          <p:cNvPr id="31" name="Google Shape;31;p11"/>
          <p:cNvSpPr/>
          <p:nvPr/>
        </p:nvSpPr>
        <p:spPr>
          <a:xfrm rot="-5400000">
            <a:off x="1076303" y="3321372"/>
            <a:ext cx="312900" cy="139500"/>
          </a:xfrm>
          <a:prstGeom prst="triangle">
            <a:avLst>
              <a:gd name="adj" fmla="val 50000"/>
            </a:avLst>
          </a:prstGeom>
          <a:solidFill>
            <a:srgbClr val="000400"/>
          </a:solidFill>
          <a:ln>
            <a:noFill/>
          </a:ln>
          <a:effectLst>
            <a:outerShdw blurRad="50800" dist="38100" dir="10800000" algn="r"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FFFFFF"/>
              </a:solidFill>
              <a:latin typeface="Calibri" panose="020F0502020204030204"/>
              <a:ea typeface="Calibri" panose="020F0502020204030204"/>
              <a:cs typeface="Calibri" panose="020F0502020204030204"/>
              <a:sym typeface="Calibri" panose="020F0502020204030204"/>
            </a:endParaRPr>
          </a:p>
        </p:txBody>
      </p:sp>
      <p:sp>
        <p:nvSpPr>
          <p:cNvPr id="32" name="Google Shape;32;p11"/>
          <p:cNvSpPr txBox="1">
            <a:spLocks noGrp="1"/>
          </p:cNvSpPr>
          <p:nvPr>
            <p:ph type="title"/>
          </p:nvPr>
        </p:nvSpPr>
        <p:spPr>
          <a:xfrm>
            <a:off x="2678100" y="288575"/>
            <a:ext cx="9098100" cy="763500"/>
          </a:xfrm>
          <a:prstGeom prst="rect">
            <a:avLst/>
          </a:prstGeom>
          <a:solidFill>
            <a:schemeClr val="accent3"/>
          </a:solidFill>
          <a:ln>
            <a:noFill/>
          </a:ln>
        </p:spPr>
        <p:txBody>
          <a:bodyPr spcFirstLastPara="1" wrap="square" lIns="121900" tIns="121900" rIns="121900" bIns="121900" anchor="t" anchorCtr="0">
            <a:noAutofit/>
          </a:bodyPr>
          <a:lstStyle>
            <a:lvl1pPr marR="0" lvl="0"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1pPr>
            <a:lvl2pPr marR="0" lvl="1"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2pPr>
            <a:lvl3pPr marR="0" lvl="2"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3pPr>
            <a:lvl4pPr marR="0" lvl="3"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4pPr>
            <a:lvl5pPr marR="0" lvl="4"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5pPr>
            <a:lvl6pPr marR="0" lvl="5"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6pPr>
            <a:lvl7pPr marR="0" lvl="6"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7pPr>
            <a:lvl8pPr marR="0" lvl="7"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8pPr>
            <a:lvl9pPr marR="0" lvl="8"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9pPr>
          </a:lstStyle>
          <a:p>
            <a:endParaRPr/>
          </a:p>
        </p:txBody>
      </p:sp>
      <p:sp>
        <p:nvSpPr>
          <p:cNvPr id="33" name="Google Shape;33;p11"/>
          <p:cNvSpPr txBox="1">
            <a:spLocks noGrp="1"/>
          </p:cNvSpPr>
          <p:nvPr>
            <p:ph type="body" idx="1"/>
          </p:nvPr>
        </p:nvSpPr>
        <p:spPr>
          <a:xfrm>
            <a:off x="2668650" y="1318050"/>
            <a:ext cx="9098100" cy="5125800"/>
          </a:xfrm>
          <a:prstGeom prst="rect">
            <a:avLst/>
          </a:prstGeom>
          <a:noFill/>
          <a:ln>
            <a:noFill/>
          </a:ln>
        </p:spPr>
        <p:txBody>
          <a:bodyPr spcFirstLastPara="1" wrap="square" lIns="121900" tIns="121900" rIns="121900" bIns="121900" anchor="t" anchorCtr="0">
            <a:noAutofit/>
          </a:bodyPr>
          <a:lstStyle>
            <a:lvl1pPr marL="457200" marR="0" lvl="0" indent="-355600" algn="l" rtl="0">
              <a:lnSpc>
                <a:spcPct val="100000"/>
              </a:lnSpc>
              <a:spcBef>
                <a:spcPts val="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914400" marR="0" lvl="1"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1371600" marR="0" lvl="2"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828800" marR="0" lvl="3"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2286000" marR="0" lvl="4"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743200" marR="0" lvl="5"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3200400" marR="0" lvl="6"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657600" marR="0" lvl="7"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4114800" marR="0" lvl="8" indent="-355600" algn="l" rtl="0">
              <a:lnSpc>
                <a:spcPct val="100000"/>
              </a:lnSpc>
              <a:spcBef>
                <a:spcPts val="2100"/>
              </a:spcBef>
              <a:spcAft>
                <a:spcPts val="210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Useful Links">
  <p:cSld name="Useful Links">
    <p:spTree>
      <p:nvGrpSpPr>
        <p:cNvPr id="1" name="Shape 34"/>
        <p:cNvGrpSpPr/>
        <p:nvPr/>
      </p:nvGrpSpPr>
      <p:grpSpPr>
        <a:xfrm>
          <a:off x="0" y="0"/>
          <a:ext cx="0" cy="0"/>
          <a:chOff x="0" y="0"/>
          <a:chExt cx="0" cy="0"/>
        </a:xfrm>
      </p:grpSpPr>
      <p:sp>
        <p:nvSpPr>
          <p:cNvPr id="35" name="Google Shape;35;p12"/>
          <p:cNvSpPr/>
          <p:nvPr/>
        </p:nvSpPr>
        <p:spPr>
          <a:xfrm>
            <a:off x="1302499" y="0"/>
            <a:ext cx="10879799" cy="6858000"/>
          </a:xfrm>
          <a:prstGeom prst="rect">
            <a:avLst/>
          </a:prstGeom>
          <a:solidFill>
            <a:schemeClr val="dk1"/>
          </a:solidFill>
          <a:ln>
            <a:noFill/>
          </a:ln>
          <a:effectLst>
            <a:outerShdw blurRad="50800" dist="38100" dir="10800000" algn="r"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FFFFFF"/>
              </a:solidFill>
              <a:latin typeface="Calibri" panose="020F0502020204030204"/>
              <a:ea typeface="Calibri" panose="020F0502020204030204"/>
              <a:cs typeface="Calibri" panose="020F0502020204030204"/>
              <a:sym typeface="Calibri" panose="020F0502020204030204"/>
            </a:endParaRPr>
          </a:p>
        </p:txBody>
      </p:sp>
      <p:sp>
        <p:nvSpPr>
          <p:cNvPr id="36" name="Google Shape;36;p12"/>
          <p:cNvSpPr/>
          <p:nvPr/>
        </p:nvSpPr>
        <p:spPr>
          <a:xfrm rot="-5400000">
            <a:off x="1076299" y="3930748"/>
            <a:ext cx="312900" cy="139500"/>
          </a:xfrm>
          <a:prstGeom prst="triangle">
            <a:avLst>
              <a:gd name="adj" fmla="val 50000"/>
            </a:avLst>
          </a:prstGeom>
          <a:solidFill>
            <a:srgbClr val="000400"/>
          </a:solidFill>
          <a:ln>
            <a:noFill/>
          </a:ln>
          <a:effectLst>
            <a:outerShdw blurRad="50800" dist="38100" dir="10800000" algn="r"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FFFFFF"/>
              </a:solidFill>
              <a:latin typeface="Calibri" panose="020F0502020204030204"/>
              <a:ea typeface="Calibri" panose="020F0502020204030204"/>
              <a:cs typeface="Calibri" panose="020F0502020204030204"/>
              <a:sym typeface="Calibri" panose="020F0502020204030204"/>
            </a:endParaRPr>
          </a:p>
        </p:txBody>
      </p:sp>
      <p:sp>
        <p:nvSpPr>
          <p:cNvPr id="37" name="Google Shape;37;p12"/>
          <p:cNvSpPr txBox="1">
            <a:spLocks noGrp="1"/>
          </p:cNvSpPr>
          <p:nvPr>
            <p:ph type="title"/>
          </p:nvPr>
        </p:nvSpPr>
        <p:spPr>
          <a:xfrm>
            <a:off x="2678100" y="288575"/>
            <a:ext cx="9098100" cy="763500"/>
          </a:xfrm>
          <a:prstGeom prst="rect">
            <a:avLst/>
          </a:prstGeom>
          <a:solidFill>
            <a:schemeClr val="accent4"/>
          </a:solidFill>
          <a:ln>
            <a:noFill/>
          </a:ln>
        </p:spPr>
        <p:txBody>
          <a:bodyPr spcFirstLastPara="1" wrap="square" lIns="121900" tIns="121900" rIns="121900" bIns="121900" anchor="t" anchorCtr="0">
            <a:noAutofit/>
          </a:bodyPr>
          <a:lstStyle>
            <a:lvl1pPr marR="0" lvl="0"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1pPr>
            <a:lvl2pPr marR="0" lvl="1"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2pPr>
            <a:lvl3pPr marR="0" lvl="2"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3pPr>
            <a:lvl4pPr marR="0" lvl="3"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4pPr>
            <a:lvl5pPr marR="0" lvl="4"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5pPr>
            <a:lvl6pPr marR="0" lvl="5"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6pPr>
            <a:lvl7pPr marR="0" lvl="6"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7pPr>
            <a:lvl8pPr marR="0" lvl="7"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8pPr>
            <a:lvl9pPr marR="0" lvl="8"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ther">
  <p:cSld name="Other">
    <p:spTree>
      <p:nvGrpSpPr>
        <p:cNvPr id="1" name="Shape 38"/>
        <p:cNvGrpSpPr/>
        <p:nvPr/>
      </p:nvGrpSpPr>
      <p:grpSpPr>
        <a:xfrm>
          <a:off x="0" y="0"/>
          <a:ext cx="0" cy="0"/>
          <a:chOff x="0" y="0"/>
          <a:chExt cx="0" cy="0"/>
        </a:xfrm>
      </p:grpSpPr>
      <p:sp>
        <p:nvSpPr>
          <p:cNvPr id="39" name="Google Shape;39;p13"/>
          <p:cNvSpPr/>
          <p:nvPr/>
        </p:nvSpPr>
        <p:spPr>
          <a:xfrm>
            <a:off x="1312028" y="0"/>
            <a:ext cx="10870270" cy="6858000"/>
          </a:xfrm>
          <a:prstGeom prst="rect">
            <a:avLst/>
          </a:prstGeom>
          <a:solidFill>
            <a:schemeClr val="dk1"/>
          </a:solidFill>
          <a:ln>
            <a:noFill/>
          </a:ln>
          <a:effectLst>
            <a:outerShdw blurRad="50800" dist="38100" dir="10800000" algn="r"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FFFFFF"/>
              </a:solidFill>
              <a:latin typeface="Calibri" panose="020F0502020204030204"/>
              <a:ea typeface="Calibri" panose="020F0502020204030204"/>
              <a:cs typeface="Calibri" panose="020F0502020204030204"/>
              <a:sym typeface="Calibri" panose="020F0502020204030204"/>
            </a:endParaRPr>
          </a:p>
        </p:txBody>
      </p:sp>
      <p:sp>
        <p:nvSpPr>
          <p:cNvPr id="40" name="Google Shape;40;p13"/>
          <p:cNvSpPr/>
          <p:nvPr/>
        </p:nvSpPr>
        <p:spPr>
          <a:xfrm rot="-5400000">
            <a:off x="1085828" y="4534387"/>
            <a:ext cx="312900" cy="139500"/>
          </a:xfrm>
          <a:prstGeom prst="triangle">
            <a:avLst>
              <a:gd name="adj" fmla="val 50000"/>
            </a:avLst>
          </a:prstGeom>
          <a:solidFill>
            <a:srgbClr val="000400"/>
          </a:solidFill>
          <a:ln>
            <a:noFill/>
          </a:ln>
          <a:effectLst>
            <a:outerShdw blurRad="50800" dist="38100" dir="10800000" algn="r"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FFFFFF"/>
              </a:solidFill>
              <a:latin typeface="Calibri" panose="020F0502020204030204"/>
              <a:ea typeface="Calibri" panose="020F0502020204030204"/>
              <a:cs typeface="Calibri" panose="020F0502020204030204"/>
              <a:sym typeface="Calibri" panose="020F0502020204030204"/>
            </a:endParaRPr>
          </a:p>
        </p:txBody>
      </p:sp>
      <p:sp>
        <p:nvSpPr>
          <p:cNvPr id="41" name="Google Shape;41;p13"/>
          <p:cNvSpPr txBox="1">
            <a:spLocks noGrp="1"/>
          </p:cNvSpPr>
          <p:nvPr>
            <p:ph type="title"/>
          </p:nvPr>
        </p:nvSpPr>
        <p:spPr>
          <a:xfrm>
            <a:off x="2678100" y="288575"/>
            <a:ext cx="9098100" cy="763500"/>
          </a:xfrm>
          <a:prstGeom prst="rect">
            <a:avLst/>
          </a:prstGeom>
          <a:solidFill>
            <a:schemeClr val="accent5"/>
          </a:solidFill>
          <a:ln>
            <a:noFill/>
          </a:ln>
        </p:spPr>
        <p:txBody>
          <a:bodyPr spcFirstLastPara="1" wrap="square" lIns="121900" tIns="121900" rIns="121900" bIns="121900" anchor="t" anchorCtr="0">
            <a:noAutofit/>
          </a:bodyPr>
          <a:lstStyle>
            <a:lvl1pPr marR="0" lvl="0"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1pPr>
            <a:lvl2pPr marR="0" lvl="1"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2pPr>
            <a:lvl3pPr marR="0" lvl="2"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3pPr>
            <a:lvl4pPr marR="0" lvl="3"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4pPr>
            <a:lvl5pPr marR="0" lvl="4"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5pPr>
            <a:lvl6pPr marR="0" lvl="5"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6pPr>
            <a:lvl7pPr marR="0" lvl="6"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7pPr>
            <a:lvl8pPr marR="0" lvl="7"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8pPr>
            <a:lvl9pPr marR="0" lvl="8"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9pPr>
          </a:lstStyle>
          <a:p>
            <a:endParaRPr/>
          </a:p>
        </p:txBody>
      </p:sp>
      <p:sp>
        <p:nvSpPr>
          <p:cNvPr id="42" name="Google Shape;42;p13"/>
          <p:cNvSpPr txBox="1">
            <a:spLocks noGrp="1"/>
          </p:cNvSpPr>
          <p:nvPr>
            <p:ph type="body" idx="1"/>
          </p:nvPr>
        </p:nvSpPr>
        <p:spPr>
          <a:xfrm>
            <a:off x="2668650" y="1318050"/>
            <a:ext cx="9098100" cy="5125800"/>
          </a:xfrm>
          <a:prstGeom prst="rect">
            <a:avLst/>
          </a:prstGeom>
          <a:noFill/>
          <a:ln>
            <a:noFill/>
          </a:ln>
        </p:spPr>
        <p:txBody>
          <a:bodyPr spcFirstLastPara="1" wrap="square" lIns="121900" tIns="121900" rIns="121900" bIns="121900" anchor="t" anchorCtr="0">
            <a:noAutofit/>
          </a:bodyPr>
          <a:lstStyle>
            <a:lvl1pPr marL="457200" marR="0" lvl="0" indent="-355600" algn="l" rtl="0">
              <a:lnSpc>
                <a:spcPct val="100000"/>
              </a:lnSpc>
              <a:spcBef>
                <a:spcPts val="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914400" marR="0" lvl="1"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1371600" marR="0" lvl="2"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828800" marR="0" lvl="3"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2286000" marR="0" lvl="4"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743200" marR="0" lvl="5"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3200400" marR="0" lvl="6"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657600" marR="0" lvl="7"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4114800" marR="0" lvl="8" indent="-355600" algn="l" rtl="0">
              <a:lnSpc>
                <a:spcPct val="100000"/>
              </a:lnSpc>
              <a:spcBef>
                <a:spcPts val="2100"/>
              </a:spcBef>
              <a:spcAft>
                <a:spcPts val="210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uesday">
  <p:cSld name="Tuesday">
    <p:spTree>
      <p:nvGrpSpPr>
        <p:cNvPr id="1" name="Shape 24"/>
        <p:cNvGrpSpPr/>
        <p:nvPr/>
      </p:nvGrpSpPr>
      <p:grpSpPr>
        <a:xfrm>
          <a:off x="0" y="0"/>
          <a:ext cx="0" cy="0"/>
          <a:chOff x="0" y="0"/>
          <a:chExt cx="0" cy="0"/>
        </a:xfrm>
      </p:grpSpPr>
      <p:sp>
        <p:nvSpPr>
          <p:cNvPr id="25" name="Google Shape;25;p10"/>
          <p:cNvSpPr/>
          <p:nvPr/>
        </p:nvSpPr>
        <p:spPr>
          <a:xfrm>
            <a:off x="1298523" y="29828"/>
            <a:ext cx="10898826" cy="6858000"/>
          </a:xfrm>
          <a:prstGeom prst="rect">
            <a:avLst/>
          </a:prstGeom>
          <a:solidFill>
            <a:schemeClr val="dk1"/>
          </a:solidFill>
          <a:ln>
            <a:noFill/>
          </a:ln>
          <a:effectLst>
            <a:outerShdw blurRad="50800" dist="38100" dir="10800000" algn="r"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FFFFFF"/>
              </a:solidFill>
              <a:latin typeface="Calibri" panose="020F0502020204030204"/>
              <a:ea typeface="Calibri" panose="020F0502020204030204"/>
              <a:cs typeface="Calibri" panose="020F0502020204030204"/>
              <a:sym typeface="Calibri" panose="020F0502020204030204"/>
            </a:endParaRPr>
          </a:p>
        </p:txBody>
      </p:sp>
      <p:sp>
        <p:nvSpPr>
          <p:cNvPr id="26" name="Google Shape;26;p10"/>
          <p:cNvSpPr/>
          <p:nvPr/>
        </p:nvSpPr>
        <p:spPr>
          <a:xfrm rot="-5400000">
            <a:off x="1072323" y="1503605"/>
            <a:ext cx="312900" cy="139500"/>
          </a:xfrm>
          <a:prstGeom prst="triangle">
            <a:avLst>
              <a:gd name="adj" fmla="val 50000"/>
            </a:avLst>
          </a:prstGeom>
          <a:solidFill>
            <a:srgbClr val="000400"/>
          </a:solidFill>
          <a:ln>
            <a:noFill/>
          </a:ln>
          <a:effectLst>
            <a:outerShdw blurRad="50800" dist="38100" dir="10800000" algn="r"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FFFFFF"/>
              </a:solidFill>
              <a:latin typeface="Calibri" panose="020F0502020204030204"/>
              <a:ea typeface="Calibri" panose="020F0502020204030204"/>
              <a:cs typeface="Calibri" panose="020F0502020204030204"/>
              <a:sym typeface="Calibri" panose="020F0502020204030204"/>
            </a:endParaRPr>
          </a:p>
        </p:txBody>
      </p:sp>
      <p:sp>
        <p:nvSpPr>
          <p:cNvPr id="27" name="Google Shape;27;p10"/>
          <p:cNvSpPr txBox="1">
            <a:spLocks noGrp="1"/>
          </p:cNvSpPr>
          <p:nvPr>
            <p:ph type="title"/>
          </p:nvPr>
        </p:nvSpPr>
        <p:spPr>
          <a:xfrm>
            <a:off x="2678100" y="288575"/>
            <a:ext cx="9098100" cy="763500"/>
          </a:xfrm>
          <a:prstGeom prst="rect">
            <a:avLst/>
          </a:prstGeom>
          <a:solidFill>
            <a:schemeClr val="lt2"/>
          </a:solidFill>
          <a:ln>
            <a:noFill/>
          </a:ln>
        </p:spPr>
        <p:txBody>
          <a:bodyPr spcFirstLastPara="1" wrap="square" lIns="121900" tIns="121900" rIns="121900" bIns="121900" anchor="t" anchorCtr="0">
            <a:noAutofit/>
          </a:bodyPr>
          <a:lstStyle>
            <a:lvl1pPr marR="0" lvl="0"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1pPr>
            <a:lvl2pPr marR="0" lvl="1"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2pPr>
            <a:lvl3pPr marR="0" lvl="2"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3pPr>
            <a:lvl4pPr marR="0" lvl="3"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4pPr>
            <a:lvl5pPr marR="0" lvl="4"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5pPr>
            <a:lvl6pPr marR="0" lvl="5"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6pPr>
            <a:lvl7pPr marR="0" lvl="6"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7pPr>
            <a:lvl8pPr marR="0" lvl="7"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8pPr>
            <a:lvl9pPr marR="0" lvl="8"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9pPr>
          </a:lstStyle>
          <a:p>
            <a:endParaRPr/>
          </a:p>
        </p:txBody>
      </p:sp>
      <p:sp>
        <p:nvSpPr>
          <p:cNvPr id="28" name="Google Shape;28;p10"/>
          <p:cNvSpPr txBox="1">
            <a:spLocks noGrp="1"/>
          </p:cNvSpPr>
          <p:nvPr>
            <p:ph type="body" idx="1"/>
          </p:nvPr>
        </p:nvSpPr>
        <p:spPr>
          <a:xfrm>
            <a:off x="2668650" y="1318050"/>
            <a:ext cx="9098100" cy="5125800"/>
          </a:xfrm>
          <a:prstGeom prst="rect">
            <a:avLst/>
          </a:prstGeom>
          <a:noFill/>
          <a:ln>
            <a:noFill/>
          </a:ln>
        </p:spPr>
        <p:txBody>
          <a:bodyPr spcFirstLastPara="1" wrap="square" lIns="121900" tIns="121900" rIns="121900" bIns="121900" anchor="t" anchorCtr="0">
            <a:noAutofit/>
          </a:bodyPr>
          <a:lstStyle>
            <a:lvl1pPr marL="457200" marR="0" lvl="0" indent="-355600" algn="l" rtl="0">
              <a:lnSpc>
                <a:spcPct val="100000"/>
              </a:lnSpc>
              <a:spcBef>
                <a:spcPts val="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914400" marR="0" lvl="1"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1371600" marR="0" lvl="2"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828800" marR="0" lvl="3"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2286000" marR="0" lvl="4"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743200" marR="0" lvl="5"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3200400" marR="0" lvl="6"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657600" marR="0" lvl="7"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4114800" marR="0" lvl="8" indent="-355600" algn="l" rtl="0">
              <a:lnSpc>
                <a:spcPct val="100000"/>
              </a:lnSpc>
              <a:spcBef>
                <a:spcPts val="2100"/>
              </a:spcBef>
              <a:spcAft>
                <a:spcPts val="210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endParaRPr/>
          </a:p>
        </p:txBody>
      </p:sp>
    </p:spTree>
    <p:extLst>
      <p:ext uri="{BB962C8B-B14F-4D97-AF65-F5344CB8AC3E}">
        <p14:creationId xmlns:p14="http://schemas.microsoft.com/office/powerpoint/2010/main" val="19470263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Wednesday">
  <p:cSld name="Wednesday">
    <p:spTree>
      <p:nvGrpSpPr>
        <p:cNvPr id="1" name="Shape 52"/>
        <p:cNvGrpSpPr/>
        <p:nvPr/>
      </p:nvGrpSpPr>
      <p:grpSpPr>
        <a:xfrm>
          <a:off x="0" y="0"/>
          <a:ext cx="0" cy="0"/>
          <a:chOff x="0" y="0"/>
          <a:chExt cx="0" cy="0"/>
        </a:xfrm>
      </p:grpSpPr>
      <p:sp>
        <p:nvSpPr>
          <p:cNvPr id="53" name="Google Shape;53;g389033cd5dc_0_97"/>
          <p:cNvSpPr/>
          <p:nvPr/>
        </p:nvSpPr>
        <p:spPr>
          <a:xfrm>
            <a:off x="1298235" y="0"/>
            <a:ext cx="10884000" cy="6858000"/>
          </a:xfrm>
          <a:prstGeom prst="rect">
            <a:avLst/>
          </a:prstGeom>
          <a:solidFill>
            <a:schemeClr val="dk1"/>
          </a:solidFill>
          <a:ln>
            <a:noFill/>
          </a:ln>
          <a:effectLst>
            <a:outerShdw blurRad="50800" dist="38100" dir="10800000" algn="r"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FFFFFF"/>
              </a:solidFill>
              <a:latin typeface="Calibri" panose="020F0502020204030204"/>
              <a:ea typeface="Calibri" panose="020F0502020204030204"/>
              <a:cs typeface="Calibri" panose="020F0502020204030204"/>
              <a:sym typeface="Calibri" panose="020F0502020204030204"/>
            </a:endParaRPr>
          </a:p>
        </p:txBody>
      </p:sp>
      <p:sp>
        <p:nvSpPr>
          <p:cNvPr id="54" name="Google Shape;54;g389033cd5dc_0_97"/>
          <p:cNvSpPr/>
          <p:nvPr/>
        </p:nvSpPr>
        <p:spPr>
          <a:xfrm rot="-5400000">
            <a:off x="1072035" y="2078260"/>
            <a:ext cx="312900" cy="139500"/>
          </a:xfrm>
          <a:prstGeom prst="triangle">
            <a:avLst>
              <a:gd name="adj" fmla="val 50000"/>
            </a:avLst>
          </a:prstGeom>
          <a:solidFill>
            <a:srgbClr val="000400"/>
          </a:solidFill>
          <a:ln>
            <a:noFill/>
          </a:ln>
          <a:effectLst>
            <a:outerShdw blurRad="50800" dist="38100" dir="10800000" algn="r"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FFFFFF"/>
              </a:solidFill>
              <a:latin typeface="Calibri" panose="020F0502020204030204"/>
              <a:ea typeface="Calibri" panose="020F0502020204030204"/>
              <a:cs typeface="Calibri" panose="020F0502020204030204"/>
              <a:sym typeface="Calibri" panose="020F0502020204030204"/>
            </a:endParaRPr>
          </a:p>
        </p:txBody>
      </p:sp>
      <p:sp>
        <p:nvSpPr>
          <p:cNvPr id="55" name="Google Shape;55;g389033cd5dc_0_97"/>
          <p:cNvSpPr txBox="1">
            <a:spLocks noGrp="1"/>
          </p:cNvSpPr>
          <p:nvPr>
            <p:ph type="title"/>
          </p:nvPr>
        </p:nvSpPr>
        <p:spPr>
          <a:xfrm>
            <a:off x="2678100" y="288575"/>
            <a:ext cx="9098100" cy="763500"/>
          </a:xfrm>
          <a:prstGeom prst="rect">
            <a:avLst/>
          </a:prstGeom>
          <a:solidFill>
            <a:schemeClr val="accent1"/>
          </a:solidFill>
          <a:ln>
            <a:noFill/>
          </a:ln>
        </p:spPr>
        <p:txBody>
          <a:bodyPr spcFirstLastPara="1" wrap="square" lIns="121900" tIns="121900" rIns="121900" bIns="121900" anchor="t" anchorCtr="0">
            <a:noAutofit/>
          </a:bodyPr>
          <a:lstStyle>
            <a:lvl1pPr marR="0" lvl="0"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1pPr>
            <a:lvl2pPr marR="0" lvl="1"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2pPr>
            <a:lvl3pPr marR="0" lvl="2"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3pPr>
            <a:lvl4pPr marR="0" lvl="3"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4pPr>
            <a:lvl5pPr marR="0" lvl="4"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5pPr>
            <a:lvl6pPr marR="0" lvl="5"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6pPr>
            <a:lvl7pPr marR="0" lvl="6"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7pPr>
            <a:lvl8pPr marR="0" lvl="7"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8pPr>
            <a:lvl9pPr marR="0" lvl="8"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9pPr>
          </a:lstStyle>
          <a:p>
            <a:endParaRPr/>
          </a:p>
        </p:txBody>
      </p:sp>
      <p:sp>
        <p:nvSpPr>
          <p:cNvPr id="56" name="Google Shape;56;g389033cd5dc_0_97"/>
          <p:cNvSpPr txBox="1">
            <a:spLocks noGrp="1"/>
          </p:cNvSpPr>
          <p:nvPr>
            <p:ph type="body" idx="1"/>
          </p:nvPr>
        </p:nvSpPr>
        <p:spPr>
          <a:xfrm>
            <a:off x="2668650" y="1318050"/>
            <a:ext cx="9098100" cy="5125800"/>
          </a:xfrm>
          <a:prstGeom prst="rect">
            <a:avLst/>
          </a:prstGeom>
          <a:noFill/>
          <a:ln>
            <a:noFill/>
          </a:ln>
        </p:spPr>
        <p:txBody>
          <a:bodyPr spcFirstLastPara="1" wrap="square" lIns="121900" tIns="121900" rIns="121900" bIns="121900" anchor="t" anchorCtr="0">
            <a:noAutofit/>
          </a:bodyPr>
          <a:lstStyle>
            <a:lvl1pPr marL="457200" marR="0" lvl="0" indent="-355600" algn="l" rtl="0">
              <a:lnSpc>
                <a:spcPct val="100000"/>
              </a:lnSpc>
              <a:spcBef>
                <a:spcPts val="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914400" marR="0" lvl="1"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1371600" marR="0" lvl="2"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828800" marR="0" lvl="3"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2286000" marR="0" lvl="4"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743200" marR="0" lvl="5"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3200400" marR="0" lvl="6"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657600" marR="0" lvl="7"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4114800" marR="0" lvl="8" indent="-355600" algn="l" rtl="0">
              <a:lnSpc>
                <a:spcPct val="100000"/>
              </a:lnSpc>
              <a:spcBef>
                <a:spcPts val="2100"/>
              </a:spcBef>
              <a:spcAft>
                <a:spcPts val="210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hursday">
  <p:cSld name="1_Thursday">
    <p:spTree>
      <p:nvGrpSpPr>
        <p:cNvPr id="1" name="Shape 57"/>
        <p:cNvGrpSpPr/>
        <p:nvPr/>
      </p:nvGrpSpPr>
      <p:grpSpPr>
        <a:xfrm>
          <a:off x="0" y="0"/>
          <a:ext cx="0" cy="0"/>
          <a:chOff x="0" y="0"/>
          <a:chExt cx="0" cy="0"/>
        </a:xfrm>
      </p:grpSpPr>
      <p:sp>
        <p:nvSpPr>
          <p:cNvPr id="58" name="Google Shape;58;g389033cd5dc_0_102"/>
          <p:cNvSpPr/>
          <p:nvPr/>
        </p:nvSpPr>
        <p:spPr>
          <a:xfrm>
            <a:off x="1305861" y="0"/>
            <a:ext cx="10876500" cy="6858000"/>
          </a:xfrm>
          <a:prstGeom prst="rect">
            <a:avLst/>
          </a:prstGeom>
          <a:solidFill>
            <a:schemeClr val="dk1"/>
          </a:solidFill>
          <a:ln>
            <a:noFill/>
          </a:ln>
          <a:effectLst>
            <a:outerShdw blurRad="50800" dist="38100" dir="10800000" algn="r"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FFFFFF"/>
              </a:solidFill>
              <a:latin typeface="Calibri" panose="020F0502020204030204"/>
              <a:ea typeface="Calibri" panose="020F0502020204030204"/>
              <a:cs typeface="Calibri" panose="020F0502020204030204"/>
              <a:sym typeface="Calibri" panose="020F0502020204030204"/>
            </a:endParaRPr>
          </a:p>
        </p:txBody>
      </p:sp>
      <p:sp>
        <p:nvSpPr>
          <p:cNvPr id="59" name="Google Shape;59;g389033cd5dc_0_102"/>
          <p:cNvSpPr/>
          <p:nvPr/>
        </p:nvSpPr>
        <p:spPr>
          <a:xfrm rot="-5400000">
            <a:off x="1079661" y="2722689"/>
            <a:ext cx="312900" cy="139500"/>
          </a:xfrm>
          <a:prstGeom prst="triangle">
            <a:avLst>
              <a:gd name="adj" fmla="val 50000"/>
            </a:avLst>
          </a:prstGeom>
          <a:solidFill>
            <a:srgbClr val="000400"/>
          </a:solidFill>
          <a:ln>
            <a:noFill/>
          </a:ln>
          <a:effectLst>
            <a:outerShdw blurRad="50800" dist="38100" dir="10800000" algn="r"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FFFFFF"/>
              </a:solidFill>
              <a:latin typeface="Calibri" panose="020F0502020204030204"/>
              <a:ea typeface="Calibri" panose="020F0502020204030204"/>
              <a:cs typeface="Calibri" panose="020F0502020204030204"/>
              <a:sym typeface="Calibri" panose="020F0502020204030204"/>
            </a:endParaRPr>
          </a:p>
        </p:txBody>
      </p:sp>
      <p:sp>
        <p:nvSpPr>
          <p:cNvPr id="60" name="Google Shape;60;g389033cd5dc_0_102"/>
          <p:cNvSpPr txBox="1">
            <a:spLocks noGrp="1"/>
          </p:cNvSpPr>
          <p:nvPr>
            <p:ph type="title"/>
          </p:nvPr>
        </p:nvSpPr>
        <p:spPr>
          <a:xfrm>
            <a:off x="2678100" y="288575"/>
            <a:ext cx="9098100" cy="763500"/>
          </a:xfrm>
          <a:prstGeom prst="rect">
            <a:avLst/>
          </a:prstGeom>
          <a:solidFill>
            <a:schemeClr val="accent2"/>
          </a:solidFill>
          <a:ln>
            <a:noFill/>
          </a:ln>
        </p:spPr>
        <p:txBody>
          <a:bodyPr spcFirstLastPara="1" wrap="square" lIns="121900" tIns="121900" rIns="121900" bIns="121900" anchor="t" anchorCtr="0">
            <a:noAutofit/>
          </a:bodyPr>
          <a:lstStyle>
            <a:lvl1pPr marR="0" lvl="0"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1pPr>
            <a:lvl2pPr marR="0" lvl="1"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2pPr>
            <a:lvl3pPr marR="0" lvl="2"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3pPr>
            <a:lvl4pPr marR="0" lvl="3"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4pPr>
            <a:lvl5pPr marR="0" lvl="4"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5pPr>
            <a:lvl6pPr marR="0" lvl="5"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6pPr>
            <a:lvl7pPr marR="0" lvl="6"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7pPr>
            <a:lvl8pPr marR="0" lvl="7"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8pPr>
            <a:lvl9pPr marR="0" lvl="8"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9pPr>
          </a:lstStyle>
          <a:p>
            <a:endParaRPr/>
          </a:p>
        </p:txBody>
      </p:sp>
      <p:sp>
        <p:nvSpPr>
          <p:cNvPr id="61" name="Google Shape;61;g389033cd5dc_0_102"/>
          <p:cNvSpPr txBox="1">
            <a:spLocks noGrp="1"/>
          </p:cNvSpPr>
          <p:nvPr>
            <p:ph type="body" idx="1"/>
          </p:nvPr>
        </p:nvSpPr>
        <p:spPr>
          <a:xfrm>
            <a:off x="2668650" y="1318050"/>
            <a:ext cx="9098100" cy="5125800"/>
          </a:xfrm>
          <a:prstGeom prst="rect">
            <a:avLst/>
          </a:prstGeom>
          <a:noFill/>
          <a:ln>
            <a:noFill/>
          </a:ln>
        </p:spPr>
        <p:txBody>
          <a:bodyPr spcFirstLastPara="1" wrap="square" lIns="121900" tIns="121900" rIns="121900" bIns="121900" anchor="t" anchorCtr="0">
            <a:noAutofit/>
          </a:bodyPr>
          <a:lstStyle>
            <a:lvl1pPr marL="457200" marR="0" lvl="0" indent="-355600" algn="l" rtl="0">
              <a:lnSpc>
                <a:spcPct val="100000"/>
              </a:lnSpc>
              <a:spcBef>
                <a:spcPts val="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914400" marR="0" lvl="1"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1371600" marR="0" lvl="2"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828800" marR="0" lvl="3"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2286000" marR="0" lvl="4"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743200" marR="0" lvl="5"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3200400" marR="0" lvl="6"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657600" marR="0" lvl="7"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4114800" marR="0" lvl="8" indent="-355600" algn="l" rtl="0">
              <a:lnSpc>
                <a:spcPct val="100000"/>
              </a:lnSpc>
              <a:spcBef>
                <a:spcPts val="2100"/>
              </a:spcBef>
              <a:spcAft>
                <a:spcPts val="210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hursday">
  <p:cSld name="1_Thursday">
    <p:spTree>
      <p:nvGrpSpPr>
        <p:cNvPr id="1" name="Shape 57"/>
        <p:cNvGrpSpPr/>
        <p:nvPr/>
      </p:nvGrpSpPr>
      <p:grpSpPr>
        <a:xfrm>
          <a:off x="0" y="0"/>
          <a:ext cx="0" cy="0"/>
          <a:chOff x="0" y="0"/>
          <a:chExt cx="0" cy="0"/>
        </a:xfrm>
      </p:grpSpPr>
      <p:sp>
        <p:nvSpPr>
          <p:cNvPr id="58" name="Google Shape;58;g389033cd5dc_0_102"/>
          <p:cNvSpPr/>
          <p:nvPr/>
        </p:nvSpPr>
        <p:spPr>
          <a:xfrm>
            <a:off x="1305861" y="0"/>
            <a:ext cx="10876500" cy="6858000"/>
          </a:xfrm>
          <a:prstGeom prst="rect">
            <a:avLst/>
          </a:prstGeom>
          <a:solidFill>
            <a:schemeClr val="dk1"/>
          </a:solidFill>
          <a:ln>
            <a:noFill/>
          </a:ln>
          <a:effectLst>
            <a:outerShdw blurRad="50800" dist="38100" dir="10800000" algn="r"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FFFFFF"/>
              </a:solidFill>
              <a:latin typeface="Calibri" panose="020F0502020204030204"/>
              <a:ea typeface="Calibri" panose="020F0502020204030204"/>
              <a:cs typeface="Calibri" panose="020F0502020204030204"/>
              <a:sym typeface="Calibri" panose="020F0502020204030204"/>
            </a:endParaRPr>
          </a:p>
        </p:txBody>
      </p:sp>
      <p:sp>
        <p:nvSpPr>
          <p:cNvPr id="59" name="Google Shape;59;g389033cd5dc_0_102"/>
          <p:cNvSpPr/>
          <p:nvPr/>
        </p:nvSpPr>
        <p:spPr>
          <a:xfrm rot="-5400000">
            <a:off x="1079661" y="2722689"/>
            <a:ext cx="312900" cy="139500"/>
          </a:xfrm>
          <a:prstGeom prst="triangle">
            <a:avLst>
              <a:gd name="adj" fmla="val 50000"/>
            </a:avLst>
          </a:prstGeom>
          <a:solidFill>
            <a:srgbClr val="000400"/>
          </a:solidFill>
          <a:ln>
            <a:noFill/>
          </a:ln>
          <a:effectLst>
            <a:outerShdw blurRad="50800" dist="38100" dir="10800000" algn="r"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FFFFFF"/>
              </a:solidFill>
              <a:latin typeface="Calibri" panose="020F0502020204030204"/>
              <a:ea typeface="Calibri" panose="020F0502020204030204"/>
              <a:cs typeface="Calibri" panose="020F0502020204030204"/>
              <a:sym typeface="Calibri" panose="020F0502020204030204"/>
            </a:endParaRPr>
          </a:p>
        </p:txBody>
      </p:sp>
      <p:sp>
        <p:nvSpPr>
          <p:cNvPr id="60" name="Google Shape;60;g389033cd5dc_0_102"/>
          <p:cNvSpPr txBox="1">
            <a:spLocks noGrp="1"/>
          </p:cNvSpPr>
          <p:nvPr>
            <p:ph type="title"/>
          </p:nvPr>
        </p:nvSpPr>
        <p:spPr>
          <a:xfrm>
            <a:off x="2678100" y="288575"/>
            <a:ext cx="9098100" cy="763500"/>
          </a:xfrm>
          <a:prstGeom prst="rect">
            <a:avLst/>
          </a:prstGeom>
          <a:solidFill>
            <a:schemeClr val="accent2"/>
          </a:solidFill>
          <a:ln>
            <a:noFill/>
          </a:ln>
        </p:spPr>
        <p:txBody>
          <a:bodyPr spcFirstLastPara="1" wrap="square" lIns="121900" tIns="121900" rIns="121900" bIns="121900" anchor="t" anchorCtr="0">
            <a:noAutofit/>
          </a:bodyPr>
          <a:lstStyle>
            <a:lvl1pPr marR="0" lvl="0"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1pPr>
            <a:lvl2pPr marR="0" lvl="1"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2pPr>
            <a:lvl3pPr marR="0" lvl="2"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3pPr>
            <a:lvl4pPr marR="0" lvl="3"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4pPr>
            <a:lvl5pPr marR="0" lvl="4"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5pPr>
            <a:lvl6pPr marR="0" lvl="5"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6pPr>
            <a:lvl7pPr marR="0" lvl="6"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7pPr>
            <a:lvl8pPr marR="0" lvl="7"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8pPr>
            <a:lvl9pPr marR="0" lvl="8"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9pPr>
          </a:lstStyle>
          <a:p>
            <a:endParaRPr/>
          </a:p>
        </p:txBody>
      </p:sp>
      <p:sp>
        <p:nvSpPr>
          <p:cNvPr id="61" name="Google Shape;61;g389033cd5dc_0_102"/>
          <p:cNvSpPr txBox="1">
            <a:spLocks noGrp="1"/>
          </p:cNvSpPr>
          <p:nvPr>
            <p:ph type="body" idx="1"/>
          </p:nvPr>
        </p:nvSpPr>
        <p:spPr>
          <a:xfrm>
            <a:off x="2668650" y="1318050"/>
            <a:ext cx="9098100" cy="5125800"/>
          </a:xfrm>
          <a:prstGeom prst="rect">
            <a:avLst/>
          </a:prstGeom>
          <a:noFill/>
          <a:ln>
            <a:noFill/>
          </a:ln>
        </p:spPr>
        <p:txBody>
          <a:bodyPr spcFirstLastPara="1" wrap="square" lIns="121900" tIns="121900" rIns="121900" bIns="121900" anchor="t" anchorCtr="0">
            <a:noAutofit/>
          </a:bodyPr>
          <a:lstStyle>
            <a:lvl1pPr marL="457200" marR="0" lvl="0" indent="-355600" algn="l" rtl="0">
              <a:lnSpc>
                <a:spcPct val="100000"/>
              </a:lnSpc>
              <a:spcBef>
                <a:spcPts val="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914400" marR="0" lvl="1"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1371600" marR="0" lvl="2"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828800" marR="0" lvl="3"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2286000" marR="0" lvl="4"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743200" marR="0" lvl="5"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3200400" marR="0" lvl="6"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657600" marR="0" lvl="7"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4114800" marR="0" lvl="8" indent="-355600" algn="l" rtl="0">
              <a:lnSpc>
                <a:spcPct val="100000"/>
              </a:lnSpc>
              <a:spcBef>
                <a:spcPts val="2100"/>
              </a:spcBef>
              <a:spcAft>
                <a:spcPts val="210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hursday">
  <p:cSld name="1_Thursday">
    <p:spTree>
      <p:nvGrpSpPr>
        <p:cNvPr id="1" name="Shape 57"/>
        <p:cNvGrpSpPr/>
        <p:nvPr/>
      </p:nvGrpSpPr>
      <p:grpSpPr>
        <a:xfrm>
          <a:off x="0" y="0"/>
          <a:ext cx="0" cy="0"/>
          <a:chOff x="0" y="0"/>
          <a:chExt cx="0" cy="0"/>
        </a:xfrm>
      </p:grpSpPr>
      <p:sp>
        <p:nvSpPr>
          <p:cNvPr id="58" name="Google Shape;58;g389033cd5dc_0_102"/>
          <p:cNvSpPr/>
          <p:nvPr/>
        </p:nvSpPr>
        <p:spPr>
          <a:xfrm>
            <a:off x="1305861" y="0"/>
            <a:ext cx="10876500" cy="6858000"/>
          </a:xfrm>
          <a:prstGeom prst="rect">
            <a:avLst/>
          </a:prstGeom>
          <a:solidFill>
            <a:schemeClr val="dk1"/>
          </a:solidFill>
          <a:ln>
            <a:noFill/>
          </a:ln>
          <a:effectLst>
            <a:outerShdw blurRad="50800" dist="38100" dir="10800000" algn="r"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FFFFFF"/>
              </a:solidFill>
              <a:latin typeface="Calibri" panose="020F0502020204030204"/>
              <a:ea typeface="Calibri" panose="020F0502020204030204"/>
              <a:cs typeface="Calibri" panose="020F0502020204030204"/>
              <a:sym typeface="Calibri" panose="020F0502020204030204"/>
            </a:endParaRPr>
          </a:p>
        </p:txBody>
      </p:sp>
      <p:sp>
        <p:nvSpPr>
          <p:cNvPr id="59" name="Google Shape;59;g389033cd5dc_0_102"/>
          <p:cNvSpPr/>
          <p:nvPr/>
        </p:nvSpPr>
        <p:spPr>
          <a:xfrm rot="-5400000">
            <a:off x="1079661" y="2722689"/>
            <a:ext cx="312900" cy="139500"/>
          </a:xfrm>
          <a:prstGeom prst="triangle">
            <a:avLst>
              <a:gd name="adj" fmla="val 50000"/>
            </a:avLst>
          </a:prstGeom>
          <a:solidFill>
            <a:srgbClr val="000400"/>
          </a:solidFill>
          <a:ln>
            <a:noFill/>
          </a:ln>
          <a:effectLst>
            <a:outerShdw blurRad="50800" dist="38100" dir="10800000" algn="r"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FFFFFF"/>
              </a:solidFill>
              <a:latin typeface="Calibri" panose="020F0502020204030204"/>
              <a:ea typeface="Calibri" panose="020F0502020204030204"/>
              <a:cs typeface="Calibri" panose="020F0502020204030204"/>
              <a:sym typeface="Calibri" panose="020F0502020204030204"/>
            </a:endParaRPr>
          </a:p>
        </p:txBody>
      </p:sp>
      <p:sp>
        <p:nvSpPr>
          <p:cNvPr id="60" name="Google Shape;60;g389033cd5dc_0_102"/>
          <p:cNvSpPr txBox="1">
            <a:spLocks noGrp="1"/>
          </p:cNvSpPr>
          <p:nvPr>
            <p:ph type="title"/>
          </p:nvPr>
        </p:nvSpPr>
        <p:spPr>
          <a:xfrm>
            <a:off x="2678100" y="288575"/>
            <a:ext cx="9098100" cy="763500"/>
          </a:xfrm>
          <a:prstGeom prst="rect">
            <a:avLst/>
          </a:prstGeom>
          <a:solidFill>
            <a:schemeClr val="accent2"/>
          </a:solidFill>
          <a:ln>
            <a:noFill/>
          </a:ln>
        </p:spPr>
        <p:txBody>
          <a:bodyPr spcFirstLastPara="1" wrap="square" lIns="121900" tIns="121900" rIns="121900" bIns="121900" anchor="t" anchorCtr="0">
            <a:noAutofit/>
          </a:bodyPr>
          <a:lstStyle>
            <a:lvl1pPr marR="0" lvl="0"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1pPr>
            <a:lvl2pPr marR="0" lvl="1"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2pPr>
            <a:lvl3pPr marR="0" lvl="2"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3pPr>
            <a:lvl4pPr marR="0" lvl="3"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4pPr>
            <a:lvl5pPr marR="0" lvl="4"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5pPr>
            <a:lvl6pPr marR="0" lvl="5"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6pPr>
            <a:lvl7pPr marR="0" lvl="6"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7pPr>
            <a:lvl8pPr marR="0" lvl="7"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8pPr>
            <a:lvl9pPr marR="0" lvl="8"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9pPr>
          </a:lstStyle>
          <a:p>
            <a:endParaRPr/>
          </a:p>
        </p:txBody>
      </p:sp>
      <p:sp>
        <p:nvSpPr>
          <p:cNvPr id="61" name="Google Shape;61;g389033cd5dc_0_102"/>
          <p:cNvSpPr txBox="1">
            <a:spLocks noGrp="1"/>
          </p:cNvSpPr>
          <p:nvPr>
            <p:ph type="body" idx="1"/>
          </p:nvPr>
        </p:nvSpPr>
        <p:spPr>
          <a:xfrm>
            <a:off x="2668650" y="1318050"/>
            <a:ext cx="9098100" cy="5125800"/>
          </a:xfrm>
          <a:prstGeom prst="rect">
            <a:avLst/>
          </a:prstGeom>
          <a:noFill/>
          <a:ln>
            <a:noFill/>
          </a:ln>
        </p:spPr>
        <p:txBody>
          <a:bodyPr spcFirstLastPara="1" wrap="square" lIns="121900" tIns="121900" rIns="121900" bIns="121900" anchor="t" anchorCtr="0">
            <a:noAutofit/>
          </a:bodyPr>
          <a:lstStyle>
            <a:lvl1pPr marL="457200" marR="0" lvl="0" indent="-355600" algn="l" rtl="0">
              <a:lnSpc>
                <a:spcPct val="100000"/>
              </a:lnSpc>
              <a:spcBef>
                <a:spcPts val="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914400" marR="0" lvl="1"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1371600" marR="0" lvl="2"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828800" marR="0" lvl="3"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2286000" marR="0" lvl="4"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743200" marR="0" lvl="5"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3200400" marR="0" lvl="6"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657600" marR="0" lvl="7"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4114800" marR="0" lvl="8" indent="-355600" algn="l" rtl="0">
              <a:lnSpc>
                <a:spcPct val="100000"/>
              </a:lnSpc>
              <a:spcBef>
                <a:spcPts val="2100"/>
              </a:spcBef>
              <a:spcAft>
                <a:spcPts val="210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Home">
  <p:cSld name="Home">
    <p:spTree>
      <p:nvGrpSpPr>
        <p:cNvPr id="1" name="Shape 62"/>
        <p:cNvGrpSpPr/>
        <p:nvPr/>
      </p:nvGrpSpPr>
      <p:grpSpPr>
        <a:xfrm>
          <a:off x="0" y="0"/>
          <a:ext cx="0" cy="0"/>
          <a:chOff x="0" y="0"/>
          <a:chExt cx="0" cy="0"/>
        </a:xfrm>
      </p:grpSpPr>
      <p:sp>
        <p:nvSpPr>
          <p:cNvPr id="63" name="Google Shape;63;g389033cd5dc_0_82"/>
          <p:cNvSpPr/>
          <p:nvPr/>
        </p:nvSpPr>
        <p:spPr>
          <a:xfrm>
            <a:off x="1298524" y="0"/>
            <a:ext cx="10883700" cy="6858000"/>
          </a:xfrm>
          <a:prstGeom prst="rect">
            <a:avLst/>
          </a:prstGeom>
          <a:solidFill>
            <a:schemeClr val="dk1"/>
          </a:solidFill>
          <a:ln>
            <a:noFill/>
          </a:ln>
          <a:effectLst>
            <a:outerShdw blurRad="50800" dist="38100" dir="10800000" algn="r"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FFFFFF"/>
              </a:solidFill>
              <a:latin typeface="Calibri" panose="020F0502020204030204"/>
              <a:ea typeface="Calibri" panose="020F0502020204030204"/>
              <a:cs typeface="Calibri" panose="020F0502020204030204"/>
              <a:sym typeface="Calibri" panose="020F0502020204030204"/>
            </a:endParaRPr>
          </a:p>
        </p:txBody>
      </p:sp>
      <p:sp>
        <p:nvSpPr>
          <p:cNvPr id="64" name="Google Shape;64;g389033cd5dc_0_82"/>
          <p:cNvSpPr/>
          <p:nvPr/>
        </p:nvSpPr>
        <p:spPr>
          <a:xfrm rot="-5400000">
            <a:off x="1072324" y="279124"/>
            <a:ext cx="312900" cy="139500"/>
          </a:xfrm>
          <a:prstGeom prst="triangle">
            <a:avLst>
              <a:gd name="adj" fmla="val 50000"/>
            </a:avLst>
          </a:prstGeom>
          <a:solidFill>
            <a:srgbClr val="000400"/>
          </a:solidFill>
          <a:ln>
            <a:noFill/>
          </a:ln>
          <a:effectLst>
            <a:outerShdw blurRad="50800" dist="38100" dir="10800000" algn="r"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FFFFFF"/>
              </a:solidFill>
              <a:highlight>
                <a:srgbClr val="000400"/>
              </a:highlight>
              <a:latin typeface="Calibri" panose="020F0502020204030204"/>
              <a:ea typeface="Calibri" panose="020F0502020204030204"/>
              <a:cs typeface="Calibri" panose="020F0502020204030204"/>
              <a:sym typeface="Calibri" panose="020F0502020204030204"/>
            </a:endParaRPr>
          </a:p>
        </p:txBody>
      </p:sp>
      <p:sp>
        <p:nvSpPr>
          <p:cNvPr id="65" name="Google Shape;65;g389033cd5dc_0_82"/>
          <p:cNvSpPr txBox="1">
            <a:spLocks noGrp="1"/>
          </p:cNvSpPr>
          <p:nvPr>
            <p:ph type="title"/>
          </p:nvPr>
        </p:nvSpPr>
        <p:spPr>
          <a:xfrm>
            <a:off x="2678100" y="288575"/>
            <a:ext cx="9098100" cy="763500"/>
          </a:xfrm>
          <a:prstGeom prst="rect">
            <a:avLst/>
          </a:prstGeom>
          <a:solidFill>
            <a:schemeClr val="lt1"/>
          </a:solidFill>
          <a:ln>
            <a:noFill/>
          </a:ln>
        </p:spPr>
        <p:txBody>
          <a:bodyPr spcFirstLastPara="1" wrap="square" lIns="121900" tIns="121900" rIns="121900" bIns="121900" anchor="t" anchorCtr="0">
            <a:noAutofit/>
          </a:bodyPr>
          <a:lstStyle>
            <a:lvl1pPr marR="0" lvl="0" algn="ctr" rtl="0">
              <a:lnSpc>
                <a:spcPct val="100000"/>
              </a:lnSpc>
              <a:spcBef>
                <a:spcPts val="0"/>
              </a:spcBef>
              <a:spcAft>
                <a:spcPts val="0"/>
              </a:spcAft>
              <a:buClr>
                <a:srgbClr val="000000"/>
              </a:buClr>
              <a:buSzPts val="1400"/>
              <a:buFont typeface="Arial" panose="020B0604020202020204"/>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R="0" lvl="1" algn="ctr" rtl="0">
              <a:lnSpc>
                <a:spcPct val="100000"/>
              </a:lnSpc>
              <a:spcBef>
                <a:spcPts val="0"/>
              </a:spcBef>
              <a:spcAft>
                <a:spcPts val="0"/>
              </a:spcAft>
              <a:buClr>
                <a:srgbClr val="000000"/>
              </a:buClr>
              <a:buSzPts val="1400"/>
              <a:buFont typeface="Arial" panose="020B0604020202020204"/>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ctr" rtl="0">
              <a:lnSpc>
                <a:spcPct val="100000"/>
              </a:lnSpc>
              <a:spcBef>
                <a:spcPts val="0"/>
              </a:spcBef>
              <a:spcAft>
                <a:spcPts val="0"/>
              </a:spcAft>
              <a:buClr>
                <a:srgbClr val="000000"/>
              </a:buClr>
              <a:buSzPts val="1400"/>
              <a:buFont typeface="Arial" panose="020B0604020202020204"/>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ctr" rtl="0">
              <a:lnSpc>
                <a:spcPct val="100000"/>
              </a:lnSpc>
              <a:spcBef>
                <a:spcPts val="0"/>
              </a:spcBef>
              <a:spcAft>
                <a:spcPts val="0"/>
              </a:spcAft>
              <a:buClr>
                <a:srgbClr val="000000"/>
              </a:buClr>
              <a:buSzPts val="1400"/>
              <a:buFont typeface="Arial" panose="020B0604020202020204"/>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ctr" rtl="0">
              <a:lnSpc>
                <a:spcPct val="100000"/>
              </a:lnSpc>
              <a:spcBef>
                <a:spcPts val="0"/>
              </a:spcBef>
              <a:spcAft>
                <a:spcPts val="0"/>
              </a:spcAft>
              <a:buClr>
                <a:srgbClr val="000000"/>
              </a:buClr>
              <a:buSzPts val="1400"/>
              <a:buFont typeface="Arial" panose="020B0604020202020204"/>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ctr" rtl="0">
              <a:lnSpc>
                <a:spcPct val="100000"/>
              </a:lnSpc>
              <a:spcBef>
                <a:spcPts val="0"/>
              </a:spcBef>
              <a:spcAft>
                <a:spcPts val="0"/>
              </a:spcAft>
              <a:buClr>
                <a:srgbClr val="000000"/>
              </a:buClr>
              <a:buSzPts val="1400"/>
              <a:buFont typeface="Arial" panose="020B0604020202020204"/>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ctr" rtl="0">
              <a:lnSpc>
                <a:spcPct val="100000"/>
              </a:lnSpc>
              <a:spcBef>
                <a:spcPts val="0"/>
              </a:spcBef>
              <a:spcAft>
                <a:spcPts val="0"/>
              </a:spcAft>
              <a:buClr>
                <a:srgbClr val="000000"/>
              </a:buClr>
              <a:buSzPts val="1400"/>
              <a:buFont typeface="Arial" panose="020B0604020202020204"/>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ctr" rtl="0">
              <a:lnSpc>
                <a:spcPct val="100000"/>
              </a:lnSpc>
              <a:spcBef>
                <a:spcPts val="0"/>
              </a:spcBef>
              <a:spcAft>
                <a:spcPts val="0"/>
              </a:spcAft>
              <a:buClr>
                <a:srgbClr val="000000"/>
              </a:buClr>
              <a:buSzPts val="1400"/>
              <a:buFont typeface="Arial" panose="020B0604020202020204"/>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ctr" rtl="0">
              <a:lnSpc>
                <a:spcPct val="100000"/>
              </a:lnSpc>
              <a:spcBef>
                <a:spcPts val="0"/>
              </a:spcBef>
              <a:spcAft>
                <a:spcPts val="0"/>
              </a:spcAft>
              <a:buClr>
                <a:srgbClr val="000000"/>
              </a:buClr>
              <a:buSzPts val="1400"/>
              <a:buFont typeface="Arial" panose="020B0604020202020204"/>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a:p>
        </p:txBody>
      </p:sp>
      <p:sp>
        <p:nvSpPr>
          <p:cNvPr id="66" name="Google Shape;66;g389033cd5dc_0_82"/>
          <p:cNvSpPr txBox="1">
            <a:spLocks noGrp="1"/>
          </p:cNvSpPr>
          <p:nvPr>
            <p:ph type="body" idx="1"/>
          </p:nvPr>
        </p:nvSpPr>
        <p:spPr>
          <a:xfrm>
            <a:off x="2668650" y="1318050"/>
            <a:ext cx="9098100" cy="5125800"/>
          </a:xfrm>
          <a:prstGeom prst="rect">
            <a:avLst/>
          </a:prstGeom>
          <a:noFill/>
          <a:ln>
            <a:noFill/>
          </a:ln>
        </p:spPr>
        <p:txBody>
          <a:bodyPr spcFirstLastPara="1" wrap="square" lIns="121900" tIns="121900" rIns="121900" bIns="121900" anchor="t" anchorCtr="0">
            <a:noAutofit/>
          </a:bodyPr>
          <a:lstStyle>
            <a:lvl1pPr marL="457200" marR="0" lvl="0" indent="-355600" algn="l" rtl="0">
              <a:lnSpc>
                <a:spcPct val="100000"/>
              </a:lnSpc>
              <a:spcBef>
                <a:spcPts val="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914400" marR="0" lvl="1"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1371600" marR="0" lvl="2"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828800" marR="0" lvl="3"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2286000" marR="0" lvl="4"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743200" marR="0" lvl="5"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3200400" marR="0" lvl="6"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657600" marR="0" lvl="7"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4114800" marR="0" lvl="8" indent="-355600" algn="l" rtl="0">
              <a:lnSpc>
                <a:spcPct val="100000"/>
              </a:lnSpc>
              <a:spcBef>
                <a:spcPts val="2100"/>
              </a:spcBef>
              <a:spcAft>
                <a:spcPts val="210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uesday">
  <p:cSld name="Tuesday">
    <p:spTree>
      <p:nvGrpSpPr>
        <p:cNvPr id="1" name="Shape 72"/>
        <p:cNvGrpSpPr/>
        <p:nvPr/>
      </p:nvGrpSpPr>
      <p:grpSpPr>
        <a:xfrm>
          <a:off x="0" y="0"/>
          <a:ext cx="0" cy="0"/>
          <a:chOff x="0" y="0"/>
          <a:chExt cx="0" cy="0"/>
        </a:xfrm>
      </p:grpSpPr>
      <p:sp>
        <p:nvSpPr>
          <p:cNvPr id="73" name="Google Shape;73;g389033cd5dc_0_92"/>
          <p:cNvSpPr/>
          <p:nvPr/>
        </p:nvSpPr>
        <p:spPr>
          <a:xfrm>
            <a:off x="1298523" y="29828"/>
            <a:ext cx="10898700" cy="6858000"/>
          </a:xfrm>
          <a:prstGeom prst="rect">
            <a:avLst/>
          </a:prstGeom>
          <a:solidFill>
            <a:schemeClr val="dk1"/>
          </a:solidFill>
          <a:ln>
            <a:noFill/>
          </a:ln>
          <a:effectLst>
            <a:outerShdw blurRad="50800" dist="38100" dir="10800000" algn="r"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FFFFFF"/>
              </a:solidFill>
              <a:latin typeface="Calibri" panose="020F0502020204030204"/>
              <a:ea typeface="Calibri" panose="020F0502020204030204"/>
              <a:cs typeface="Calibri" panose="020F0502020204030204"/>
              <a:sym typeface="Calibri" panose="020F0502020204030204"/>
            </a:endParaRPr>
          </a:p>
        </p:txBody>
      </p:sp>
      <p:sp>
        <p:nvSpPr>
          <p:cNvPr id="74" name="Google Shape;74;g389033cd5dc_0_92"/>
          <p:cNvSpPr/>
          <p:nvPr/>
        </p:nvSpPr>
        <p:spPr>
          <a:xfrm rot="-5400000">
            <a:off x="1072323" y="1503605"/>
            <a:ext cx="312900" cy="139500"/>
          </a:xfrm>
          <a:prstGeom prst="triangle">
            <a:avLst>
              <a:gd name="adj" fmla="val 50000"/>
            </a:avLst>
          </a:prstGeom>
          <a:solidFill>
            <a:srgbClr val="000400"/>
          </a:solidFill>
          <a:ln>
            <a:noFill/>
          </a:ln>
          <a:effectLst>
            <a:outerShdw blurRad="50800" dist="38100" dir="10800000" algn="r"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FFFFFF"/>
              </a:solidFill>
              <a:latin typeface="Calibri" panose="020F0502020204030204"/>
              <a:ea typeface="Calibri" panose="020F0502020204030204"/>
              <a:cs typeface="Calibri" panose="020F0502020204030204"/>
              <a:sym typeface="Calibri" panose="020F0502020204030204"/>
            </a:endParaRPr>
          </a:p>
        </p:txBody>
      </p:sp>
      <p:sp>
        <p:nvSpPr>
          <p:cNvPr id="75" name="Google Shape;75;g389033cd5dc_0_92"/>
          <p:cNvSpPr txBox="1">
            <a:spLocks noGrp="1"/>
          </p:cNvSpPr>
          <p:nvPr>
            <p:ph type="title"/>
          </p:nvPr>
        </p:nvSpPr>
        <p:spPr>
          <a:xfrm>
            <a:off x="2678100" y="288575"/>
            <a:ext cx="9098100" cy="763500"/>
          </a:xfrm>
          <a:prstGeom prst="rect">
            <a:avLst/>
          </a:prstGeom>
          <a:solidFill>
            <a:schemeClr val="lt2"/>
          </a:solidFill>
          <a:ln>
            <a:noFill/>
          </a:ln>
        </p:spPr>
        <p:txBody>
          <a:bodyPr spcFirstLastPara="1" wrap="square" lIns="121900" tIns="121900" rIns="121900" bIns="121900" anchor="t" anchorCtr="0">
            <a:noAutofit/>
          </a:bodyPr>
          <a:lstStyle>
            <a:lvl1pPr marR="0" lvl="0"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1pPr>
            <a:lvl2pPr marR="0" lvl="1"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2pPr>
            <a:lvl3pPr marR="0" lvl="2"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3pPr>
            <a:lvl4pPr marR="0" lvl="3"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4pPr>
            <a:lvl5pPr marR="0" lvl="4"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5pPr>
            <a:lvl6pPr marR="0" lvl="5"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6pPr>
            <a:lvl7pPr marR="0" lvl="6"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7pPr>
            <a:lvl8pPr marR="0" lvl="7"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8pPr>
            <a:lvl9pPr marR="0" lvl="8"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9pPr>
          </a:lstStyle>
          <a:p>
            <a:endParaRPr/>
          </a:p>
        </p:txBody>
      </p:sp>
      <p:sp>
        <p:nvSpPr>
          <p:cNvPr id="76" name="Google Shape;76;g389033cd5dc_0_92"/>
          <p:cNvSpPr txBox="1">
            <a:spLocks noGrp="1"/>
          </p:cNvSpPr>
          <p:nvPr>
            <p:ph type="body" idx="1"/>
          </p:nvPr>
        </p:nvSpPr>
        <p:spPr>
          <a:xfrm>
            <a:off x="2668650" y="1318050"/>
            <a:ext cx="9098100" cy="5125800"/>
          </a:xfrm>
          <a:prstGeom prst="rect">
            <a:avLst/>
          </a:prstGeom>
          <a:noFill/>
          <a:ln>
            <a:noFill/>
          </a:ln>
        </p:spPr>
        <p:txBody>
          <a:bodyPr spcFirstLastPara="1" wrap="square" lIns="121900" tIns="121900" rIns="121900" bIns="121900" anchor="t" anchorCtr="0">
            <a:noAutofit/>
          </a:bodyPr>
          <a:lstStyle>
            <a:lvl1pPr marL="457200" marR="0" lvl="0" indent="-355600" algn="l" rtl="0">
              <a:lnSpc>
                <a:spcPct val="100000"/>
              </a:lnSpc>
              <a:spcBef>
                <a:spcPts val="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914400" marR="0" lvl="1"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1371600" marR="0" lvl="2"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828800" marR="0" lvl="3"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2286000" marR="0" lvl="4"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743200" marR="0" lvl="5"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3200400" marR="0" lvl="6"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657600" marR="0" lvl="7"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4114800" marR="0" lvl="8" indent="-355600" algn="l" rtl="0">
              <a:lnSpc>
                <a:spcPct val="100000"/>
              </a:lnSpc>
              <a:spcBef>
                <a:spcPts val="2100"/>
              </a:spcBef>
              <a:spcAft>
                <a:spcPts val="210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Friday">
  <p:cSld name="Friday">
    <p:spTree>
      <p:nvGrpSpPr>
        <p:cNvPr id="1" name="Shape 77"/>
        <p:cNvGrpSpPr/>
        <p:nvPr/>
      </p:nvGrpSpPr>
      <p:grpSpPr>
        <a:xfrm>
          <a:off x="0" y="0"/>
          <a:ext cx="0" cy="0"/>
          <a:chOff x="0" y="0"/>
          <a:chExt cx="0" cy="0"/>
        </a:xfrm>
      </p:grpSpPr>
      <p:sp>
        <p:nvSpPr>
          <p:cNvPr id="78" name="Google Shape;78;g389033cd5dc_0_107"/>
          <p:cNvSpPr/>
          <p:nvPr/>
        </p:nvSpPr>
        <p:spPr>
          <a:xfrm>
            <a:off x="1302503" y="0"/>
            <a:ext cx="10879800" cy="6858000"/>
          </a:xfrm>
          <a:prstGeom prst="rect">
            <a:avLst/>
          </a:prstGeom>
          <a:solidFill>
            <a:schemeClr val="dk1"/>
          </a:solidFill>
          <a:ln>
            <a:noFill/>
          </a:ln>
          <a:effectLst>
            <a:outerShdw blurRad="50800" dist="38100" dir="10800000" algn="r"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FFFFFF"/>
              </a:solidFill>
              <a:latin typeface="Calibri" panose="020F0502020204030204"/>
              <a:ea typeface="Calibri" panose="020F0502020204030204"/>
              <a:cs typeface="Calibri" panose="020F0502020204030204"/>
              <a:sym typeface="Calibri" panose="020F0502020204030204"/>
            </a:endParaRPr>
          </a:p>
        </p:txBody>
      </p:sp>
      <p:sp>
        <p:nvSpPr>
          <p:cNvPr id="79" name="Google Shape;79;g389033cd5dc_0_107"/>
          <p:cNvSpPr/>
          <p:nvPr/>
        </p:nvSpPr>
        <p:spPr>
          <a:xfrm rot="-5400000">
            <a:off x="1076303" y="3321372"/>
            <a:ext cx="312900" cy="139500"/>
          </a:xfrm>
          <a:prstGeom prst="triangle">
            <a:avLst>
              <a:gd name="adj" fmla="val 50000"/>
            </a:avLst>
          </a:prstGeom>
          <a:solidFill>
            <a:srgbClr val="000400"/>
          </a:solidFill>
          <a:ln>
            <a:noFill/>
          </a:ln>
          <a:effectLst>
            <a:outerShdw blurRad="50800" dist="38100" dir="10800000" algn="r"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FFFFFF"/>
              </a:solidFill>
              <a:latin typeface="Calibri" panose="020F0502020204030204"/>
              <a:ea typeface="Calibri" panose="020F0502020204030204"/>
              <a:cs typeface="Calibri" panose="020F0502020204030204"/>
              <a:sym typeface="Calibri" panose="020F0502020204030204"/>
            </a:endParaRPr>
          </a:p>
        </p:txBody>
      </p:sp>
      <p:sp>
        <p:nvSpPr>
          <p:cNvPr id="80" name="Google Shape;80;g389033cd5dc_0_107"/>
          <p:cNvSpPr txBox="1">
            <a:spLocks noGrp="1"/>
          </p:cNvSpPr>
          <p:nvPr>
            <p:ph type="title"/>
          </p:nvPr>
        </p:nvSpPr>
        <p:spPr>
          <a:xfrm>
            <a:off x="2678100" y="288575"/>
            <a:ext cx="9098100" cy="763500"/>
          </a:xfrm>
          <a:prstGeom prst="rect">
            <a:avLst/>
          </a:prstGeom>
          <a:solidFill>
            <a:schemeClr val="accent3"/>
          </a:solidFill>
          <a:ln>
            <a:noFill/>
          </a:ln>
        </p:spPr>
        <p:txBody>
          <a:bodyPr spcFirstLastPara="1" wrap="square" lIns="121900" tIns="121900" rIns="121900" bIns="121900" anchor="t" anchorCtr="0">
            <a:noAutofit/>
          </a:bodyPr>
          <a:lstStyle>
            <a:lvl1pPr marR="0" lvl="0"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1pPr>
            <a:lvl2pPr marR="0" lvl="1"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2pPr>
            <a:lvl3pPr marR="0" lvl="2"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3pPr>
            <a:lvl4pPr marR="0" lvl="3"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4pPr>
            <a:lvl5pPr marR="0" lvl="4"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5pPr>
            <a:lvl6pPr marR="0" lvl="5"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6pPr>
            <a:lvl7pPr marR="0" lvl="6"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7pPr>
            <a:lvl8pPr marR="0" lvl="7"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8pPr>
            <a:lvl9pPr marR="0" lvl="8"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9pPr>
          </a:lstStyle>
          <a:p>
            <a:endParaRPr/>
          </a:p>
        </p:txBody>
      </p:sp>
      <p:sp>
        <p:nvSpPr>
          <p:cNvPr id="81" name="Google Shape;81;g389033cd5dc_0_107"/>
          <p:cNvSpPr txBox="1">
            <a:spLocks noGrp="1"/>
          </p:cNvSpPr>
          <p:nvPr>
            <p:ph type="body" idx="1"/>
          </p:nvPr>
        </p:nvSpPr>
        <p:spPr>
          <a:xfrm>
            <a:off x="2668650" y="1318050"/>
            <a:ext cx="9098100" cy="5125800"/>
          </a:xfrm>
          <a:prstGeom prst="rect">
            <a:avLst/>
          </a:prstGeom>
          <a:noFill/>
          <a:ln>
            <a:noFill/>
          </a:ln>
        </p:spPr>
        <p:txBody>
          <a:bodyPr spcFirstLastPara="1" wrap="square" lIns="121900" tIns="121900" rIns="121900" bIns="121900" anchor="t" anchorCtr="0">
            <a:noAutofit/>
          </a:bodyPr>
          <a:lstStyle>
            <a:lvl1pPr marL="457200" marR="0" lvl="0" indent="-355600" algn="l" rtl="0">
              <a:lnSpc>
                <a:spcPct val="100000"/>
              </a:lnSpc>
              <a:spcBef>
                <a:spcPts val="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914400" marR="0" lvl="1"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1371600" marR="0" lvl="2"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828800" marR="0" lvl="3"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2286000" marR="0" lvl="4"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743200" marR="0" lvl="5"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3200400" marR="0" lvl="6"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657600" marR="0" lvl="7"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4114800" marR="0" lvl="8" indent="-355600" algn="l" rtl="0">
              <a:lnSpc>
                <a:spcPct val="100000"/>
              </a:lnSpc>
              <a:spcBef>
                <a:spcPts val="2100"/>
              </a:spcBef>
              <a:spcAft>
                <a:spcPts val="210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Useful Links">
  <p:cSld name="Useful Links">
    <p:spTree>
      <p:nvGrpSpPr>
        <p:cNvPr id="1" name="Shape 82"/>
        <p:cNvGrpSpPr/>
        <p:nvPr/>
      </p:nvGrpSpPr>
      <p:grpSpPr>
        <a:xfrm>
          <a:off x="0" y="0"/>
          <a:ext cx="0" cy="0"/>
          <a:chOff x="0" y="0"/>
          <a:chExt cx="0" cy="0"/>
        </a:xfrm>
      </p:grpSpPr>
      <p:sp>
        <p:nvSpPr>
          <p:cNvPr id="83" name="Google Shape;83;g389033cd5dc_0_112"/>
          <p:cNvSpPr/>
          <p:nvPr/>
        </p:nvSpPr>
        <p:spPr>
          <a:xfrm>
            <a:off x="1302499" y="0"/>
            <a:ext cx="10879800" cy="6858000"/>
          </a:xfrm>
          <a:prstGeom prst="rect">
            <a:avLst/>
          </a:prstGeom>
          <a:solidFill>
            <a:schemeClr val="dk1"/>
          </a:solidFill>
          <a:ln>
            <a:noFill/>
          </a:ln>
          <a:effectLst>
            <a:outerShdw blurRad="50800" dist="38100" dir="10800000" algn="r"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FFFFFF"/>
              </a:solidFill>
              <a:latin typeface="Calibri" panose="020F0502020204030204"/>
              <a:ea typeface="Calibri" panose="020F0502020204030204"/>
              <a:cs typeface="Calibri" panose="020F0502020204030204"/>
              <a:sym typeface="Calibri" panose="020F0502020204030204"/>
            </a:endParaRPr>
          </a:p>
        </p:txBody>
      </p:sp>
      <p:sp>
        <p:nvSpPr>
          <p:cNvPr id="84" name="Google Shape;84;g389033cd5dc_0_112"/>
          <p:cNvSpPr/>
          <p:nvPr/>
        </p:nvSpPr>
        <p:spPr>
          <a:xfrm rot="-5400000">
            <a:off x="1076299" y="3930748"/>
            <a:ext cx="312900" cy="139500"/>
          </a:xfrm>
          <a:prstGeom prst="triangle">
            <a:avLst>
              <a:gd name="adj" fmla="val 50000"/>
            </a:avLst>
          </a:prstGeom>
          <a:solidFill>
            <a:srgbClr val="000400"/>
          </a:solidFill>
          <a:ln>
            <a:noFill/>
          </a:ln>
          <a:effectLst>
            <a:outerShdw blurRad="50800" dist="38100" dir="10800000" algn="r"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FFFFFF"/>
              </a:solidFill>
              <a:latin typeface="Calibri" panose="020F0502020204030204"/>
              <a:ea typeface="Calibri" panose="020F0502020204030204"/>
              <a:cs typeface="Calibri" panose="020F0502020204030204"/>
              <a:sym typeface="Calibri" panose="020F0502020204030204"/>
            </a:endParaRPr>
          </a:p>
        </p:txBody>
      </p:sp>
      <p:sp>
        <p:nvSpPr>
          <p:cNvPr id="85" name="Google Shape;85;g389033cd5dc_0_112"/>
          <p:cNvSpPr txBox="1">
            <a:spLocks noGrp="1"/>
          </p:cNvSpPr>
          <p:nvPr>
            <p:ph type="title"/>
          </p:nvPr>
        </p:nvSpPr>
        <p:spPr>
          <a:xfrm>
            <a:off x="2678100" y="288575"/>
            <a:ext cx="9098100" cy="763500"/>
          </a:xfrm>
          <a:prstGeom prst="rect">
            <a:avLst/>
          </a:prstGeom>
          <a:solidFill>
            <a:schemeClr val="accent4"/>
          </a:solidFill>
          <a:ln>
            <a:noFill/>
          </a:ln>
        </p:spPr>
        <p:txBody>
          <a:bodyPr spcFirstLastPara="1" wrap="square" lIns="121900" tIns="121900" rIns="121900" bIns="121900" anchor="t" anchorCtr="0">
            <a:noAutofit/>
          </a:bodyPr>
          <a:lstStyle>
            <a:lvl1pPr marR="0" lvl="0"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1pPr>
            <a:lvl2pPr marR="0" lvl="1"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2pPr>
            <a:lvl3pPr marR="0" lvl="2"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3pPr>
            <a:lvl4pPr marR="0" lvl="3"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4pPr>
            <a:lvl5pPr marR="0" lvl="4"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5pPr>
            <a:lvl6pPr marR="0" lvl="5"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6pPr>
            <a:lvl7pPr marR="0" lvl="6"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7pPr>
            <a:lvl8pPr marR="0" lvl="7"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8pPr>
            <a:lvl9pPr marR="0" lvl="8"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77608951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Home">
  <p:cSld name="Home">
    <p:spTree>
      <p:nvGrpSpPr>
        <p:cNvPr id="1" name="Shape 14"/>
        <p:cNvGrpSpPr/>
        <p:nvPr/>
      </p:nvGrpSpPr>
      <p:grpSpPr>
        <a:xfrm>
          <a:off x="0" y="0"/>
          <a:ext cx="0" cy="0"/>
          <a:chOff x="0" y="0"/>
          <a:chExt cx="0" cy="0"/>
        </a:xfrm>
      </p:grpSpPr>
      <p:sp>
        <p:nvSpPr>
          <p:cNvPr id="15" name="Google Shape;15;p8"/>
          <p:cNvSpPr/>
          <p:nvPr/>
        </p:nvSpPr>
        <p:spPr>
          <a:xfrm>
            <a:off x="1298524" y="0"/>
            <a:ext cx="10883774" cy="6858000"/>
          </a:xfrm>
          <a:prstGeom prst="rect">
            <a:avLst/>
          </a:prstGeom>
          <a:solidFill>
            <a:schemeClr val="dk1"/>
          </a:solidFill>
          <a:ln>
            <a:noFill/>
          </a:ln>
          <a:effectLst>
            <a:outerShdw blurRad="50800" dist="38100" dir="10800000" algn="r"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FFFFFF"/>
              </a:solidFill>
              <a:latin typeface="Calibri" panose="020F0502020204030204"/>
              <a:ea typeface="Calibri" panose="020F0502020204030204"/>
              <a:cs typeface="Calibri" panose="020F0502020204030204"/>
              <a:sym typeface="Calibri" panose="020F0502020204030204"/>
            </a:endParaRPr>
          </a:p>
        </p:txBody>
      </p:sp>
      <p:sp>
        <p:nvSpPr>
          <p:cNvPr id="16" name="Google Shape;16;p8"/>
          <p:cNvSpPr/>
          <p:nvPr/>
        </p:nvSpPr>
        <p:spPr>
          <a:xfrm rot="-5400000">
            <a:off x="1072324" y="279124"/>
            <a:ext cx="312900" cy="139500"/>
          </a:xfrm>
          <a:prstGeom prst="triangle">
            <a:avLst>
              <a:gd name="adj" fmla="val 50000"/>
            </a:avLst>
          </a:prstGeom>
          <a:solidFill>
            <a:srgbClr val="000400"/>
          </a:solidFill>
          <a:ln>
            <a:noFill/>
          </a:ln>
          <a:effectLst>
            <a:outerShdw blurRad="50800" dist="38100" dir="10800000" algn="r"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FFFFFF"/>
              </a:solidFill>
              <a:highlight>
                <a:srgbClr val="000400"/>
              </a:highlight>
              <a:latin typeface="Calibri" panose="020F0502020204030204"/>
              <a:ea typeface="Calibri" panose="020F0502020204030204"/>
              <a:cs typeface="Calibri" panose="020F0502020204030204"/>
              <a:sym typeface="Calibri" panose="020F0502020204030204"/>
            </a:endParaRPr>
          </a:p>
        </p:txBody>
      </p:sp>
      <p:sp>
        <p:nvSpPr>
          <p:cNvPr id="17" name="Google Shape;17;p8"/>
          <p:cNvSpPr txBox="1">
            <a:spLocks noGrp="1"/>
          </p:cNvSpPr>
          <p:nvPr>
            <p:ph type="title"/>
          </p:nvPr>
        </p:nvSpPr>
        <p:spPr>
          <a:xfrm>
            <a:off x="2678100" y="288575"/>
            <a:ext cx="9098100" cy="763500"/>
          </a:xfrm>
          <a:prstGeom prst="rect">
            <a:avLst/>
          </a:prstGeom>
          <a:solidFill>
            <a:schemeClr val="lt1"/>
          </a:solidFill>
          <a:ln>
            <a:noFill/>
          </a:ln>
        </p:spPr>
        <p:txBody>
          <a:bodyPr spcFirstLastPara="1" wrap="square" lIns="121900" tIns="121900" rIns="121900" bIns="121900" anchor="t" anchorCtr="0">
            <a:noAutofit/>
          </a:bodyPr>
          <a:lstStyle>
            <a:lvl1pPr marR="0" lvl="0" algn="ctr" rtl="0">
              <a:lnSpc>
                <a:spcPct val="100000"/>
              </a:lnSpc>
              <a:spcBef>
                <a:spcPts val="0"/>
              </a:spcBef>
              <a:spcAft>
                <a:spcPts val="0"/>
              </a:spcAft>
              <a:buClr>
                <a:srgbClr val="000000"/>
              </a:buClr>
              <a:buSzPts val="1400"/>
              <a:buFont typeface="Arial" panose="020B0604020202020204"/>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R="0" lvl="1" algn="ctr" rtl="0">
              <a:lnSpc>
                <a:spcPct val="100000"/>
              </a:lnSpc>
              <a:spcBef>
                <a:spcPts val="0"/>
              </a:spcBef>
              <a:spcAft>
                <a:spcPts val="0"/>
              </a:spcAft>
              <a:buClr>
                <a:srgbClr val="000000"/>
              </a:buClr>
              <a:buSzPts val="1400"/>
              <a:buFont typeface="Arial" panose="020B0604020202020204"/>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ctr" rtl="0">
              <a:lnSpc>
                <a:spcPct val="100000"/>
              </a:lnSpc>
              <a:spcBef>
                <a:spcPts val="0"/>
              </a:spcBef>
              <a:spcAft>
                <a:spcPts val="0"/>
              </a:spcAft>
              <a:buClr>
                <a:srgbClr val="000000"/>
              </a:buClr>
              <a:buSzPts val="1400"/>
              <a:buFont typeface="Arial" panose="020B0604020202020204"/>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ctr" rtl="0">
              <a:lnSpc>
                <a:spcPct val="100000"/>
              </a:lnSpc>
              <a:spcBef>
                <a:spcPts val="0"/>
              </a:spcBef>
              <a:spcAft>
                <a:spcPts val="0"/>
              </a:spcAft>
              <a:buClr>
                <a:srgbClr val="000000"/>
              </a:buClr>
              <a:buSzPts val="1400"/>
              <a:buFont typeface="Arial" panose="020B0604020202020204"/>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ctr" rtl="0">
              <a:lnSpc>
                <a:spcPct val="100000"/>
              </a:lnSpc>
              <a:spcBef>
                <a:spcPts val="0"/>
              </a:spcBef>
              <a:spcAft>
                <a:spcPts val="0"/>
              </a:spcAft>
              <a:buClr>
                <a:srgbClr val="000000"/>
              </a:buClr>
              <a:buSzPts val="1400"/>
              <a:buFont typeface="Arial" panose="020B0604020202020204"/>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ctr" rtl="0">
              <a:lnSpc>
                <a:spcPct val="100000"/>
              </a:lnSpc>
              <a:spcBef>
                <a:spcPts val="0"/>
              </a:spcBef>
              <a:spcAft>
                <a:spcPts val="0"/>
              </a:spcAft>
              <a:buClr>
                <a:srgbClr val="000000"/>
              </a:buClr>
              <a:buSzPts val="1400"/>
              <a:buFont typeface="Arial" panose="020B0604020202020204"/>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ctr" rtl="0">
              <a:lnSpc>
                <a:spcPct val="100000"/>
              </a:lnSpc>
              <a:spcBef>
                <a:spcPts val="0"/>
              </a:spcBef>
              <a:spcAft>
                <a:spcPts val="0"/>
              </a:spcAft>
              <a:buClr>
                <a:srgbClr val="000000"/>
              </a:buClr>
              <a:buSzPts val="1400"/>
              <a:buFont typeface="Arial" panose="020B0604020202020204"/>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ctr" rtl="0">
              <a:lnSpc>
                <a:spcPct val="100000"/>
              </a:lnSpc>
              <a:spcBef>
                <a:spcPts val="0"/>
              </a:spcBef>
              <a:spcAft>
                <a:spcPts val="0"/>
              </a:spcAft>
              <a:buClr>
                <a:srgbClr val="000000"/>
              </a:buClr>
              <a:buSzPts val="1400"/>
              <a:buFont typeface="Arial" panose="020B0604020202020204"/>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ctr" rtl="0">
              <a:lnSpc>
                <a:spcPct val="100000"/>
              </a:lnSpc>
              <a:spcBef>
                <a:spcPts val="0"/>
              </a:spcBef>
              <a:spcAft>
                <a:spcPts val="0"/>
              </a:spcAft>
              <a:buClr>
                <a:srgbClr val="000000"/>
              </a:buClr>
              <a:buSzPts val="1400"/>
              <a:buFont typeface="Arial" panose="020B0604020202020204"/>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a:p>
        </p:txBody>
      </p:sp>
      <p:sp>
        <p:nvSpPr>
          <p:cNvPr id="18" name="Google Shape;18;p8"/>
          <p:cNvSpPr txBox="1">
            <a:spLocks noGrp="1"/>
          </p:cNvSpPr>
          <p:nvPr>
            <p:ph type="body" idx="1"/>
          </p:nvPr>
        </p:nvSpPr>
        <p:spPr>
          <a:xfrm>
            <a:off x="2668650" y="1318050"/>
            <a:ext cx="9098100" cy="5125800"/>
          </a:xfrm>
          <a:prstGeom prst="rect">
            <a:avLst/>
          </a:prstGeom>
          <a:noFill/>
          <a:ln>
            <a:noFill/>
          </a:ln>
        </p:spPr>
        <p:txBody>
          <a:bodyPr spcFirstLastPara="1" wrap="square" lIns="121900" tIns="121900" rIns="121900" bIns="121900" anchor="t" anchorCtr="0">
            <a:noAutofit/>
          </a:bodyPr>
          <a:lstStyle>
            <a:lvl1pPr marL="457200" marR="0" lvl="0" indent="-355600" algn="l" rtl="0">
              <a:lnSpc>
                <a:spcPct val="100000"/>
              </a:lnSpc>
              <a:spcBef>
                <a:spcPts val="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914400" marR="0" lvl="1"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1371600" marR="0" lvl="2"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828800" marR="0" lvl="3"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2286000" marR="0" lvl="4"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743200" marR="0" lvl="5"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3200400" marR="0" lvl="6"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657600" marR="0" lvl="7"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4114800" marR="0" lvl="8" indent="-355600" algn="l" rtl="0">
              <a:lnSpc>
                <a:spcPct val="100000"/>
              </a:lnSpc>
              <a:spcBef>
                <a:spcPts val="2100"/>
              </a:spcBef>
              <a:spcAft>
                <a:spcPts val="210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Monday">
  <p:cSld name="Monday">
    <p:spTree>
      <p:nvGrpSpPr>
        <p:cNvPr id="1" name="Shape 19"/>
        <p:cNvGrpSpPr/>
        <p:nvPr/>
      </p:nvGrpSpPr>
      <p:grpSpPr>
        <a:xfrm>
          <a:off x="0" y="0"/>
          <a:ext cx="0" cy="0"/>
          <a:chOff x="0" y="0"/>
          <a:chExt cx="0" cy="0"/>
        </a:xfrm>
      </p:grpSpPr>
      <p:sp>
        <p:nvSpPr>
          <p:cNvPr id="20" name="Google Shape;20;p9"/>
          <p:cNvSpPr/>
          <p:nvPr/>
        </p:nvSpPr>
        <p:spPr>
          <a:xfrm>
            <a:off x="1298526" y="0"/>
            <a:ext cx="10883772" cy="6858000"/>
          </a:xfrm>
          <a:prstGeom prst="rect">
            <a:avLst/>
          </a:prstGeom>
          <a:solidFill>
            <a:schemeClr val="dk1"/>
          </a:solidFill>
          <a:ln>
            <a:noFill/>
          </a:ln>
          <a:effectLst>
            <a:outerShdw blurRad="50800" dist="38100" dir="10800000" algn="r"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FFFFFF"/>
              </a:solidFill>
              <a:latin typeface="Calibri" panose="020F0502020204030204"/>
              <a:ea typeface="Calibri" panose="020F0502020204030204"/>
              <a:cs typeface="Calibri" panose="020F0502020204030204"/>
              <a:sym typeface="Calibri" panose="020F0502020204030204"/>
            </a:endParaRPr>
          </a:p>
        </p:txBody>
      </p:sp>
      <p:sp>
        <p:nvSpPr>
          <p:cNvPr id="21" name="Google Shape;21;p9"/>
          <p:cNvSpPr/>
          <p:nvPr/>
        </p:nvSpPr>
        <p:spPr>
          <a:xfrm rot="-5400000">
            <a:off x="1072326" y="881264"/>
            <a:ext cx="312900" cy="139500"/>
          </a:xfrm>
          <a:prstGeom prst="triangle">
            <a:avLst>
              <a:gd name="adj" fmla="val 50000"/>
            </a:avLst>
          </a:prstGeom>
          <a:solidFill>
            <a:srgbClr val="000400"/>
          </a:solidFill>
          <a:ln>
            <a:noFill/>
          </a:ln>
          <a:effectLst>
            <a:outerShdw blurRad="50800" dist="38100" dir="10800000" algn="r"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FFFFFF"/>
              </a:solidFill>
              <a:latin typeface="Calibri" panose="020F0502020204030204"/>
              <a:ea typeface="Calibri" panose="020F0502020204030204"/>
              <a:cs typeface="Calibri" panose="020F0502020204030204"/>
              <a:sym typeface="Calibri" panose="020F0502020204030204"/>
            </a:endParaRPr>
          </a:p>
        </p:txBody>
      </p:sp>
      <p:sp>
        <p:nvSpPr>
          <p:cNvPr id="22" name="Google Shape;22;p9"/>
          <p:cNvSpPr txBox="1">
            <a:spLocks noGrp="1"/>
          </p:cNvSpPr>
          <p:nvPr>
            <p:ph type="title"/>
          </p:nvPr>
        </p:nvSpPr>
        <p:spPr>
          <a:xfrm>
            <a:off x="2678100" y="288575"/>
            <a:ext cx="9098100" cy="763500"/>
          </a:xfrm>
          <a:prstGeom prst="rect">
            <a:avLst/>
          </a:prstGeom>
          <a:solidFill>
            <a:schemeClr val="dk2"/>
          </a:solidFill>
          <a:ln>
            <a:noFill/>
          </a:ln>
        </p:spPr>
        <p:txBody>
          <a:bodyPr spcFirstLastPara="1" wrap="square" lIns="121900" tIns="121900" rIns="121900" bIns="121900" anchor="t" anchorCtr="0">
            <a:noAutofit/>
          </a:bodyPr>
          <a:lstStyle>
            <a:lvl1pPr marR="0" lvl="0"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1pPr>
            <a:lvl2pPr marR="0" lvl="1"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2pPr>
            <a:lvl3pPr marR="0" lvl="2"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3pPr>
            <a:lvl4pPr marR="0" lvl="3"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4pPr>
            <a:lvl5pPr marR="0" lvl="4"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5pPr>
            <a:lvl6pPr marR="0" lvl="5"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6pPr>
            <a:lvl7pPr marR="0" lvl="6"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7pPr>
            <a:lvl8pPr marR="0" lvl="7"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8pPr>
            <a:lvl9pPr marR="0" lvl="8"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9pPr>
          </a:lstStyle>
          <a:p>
            <a:endParaRPr/>
          </a:p>
        </p:txBody>
      </p:sp>
      <p:sp>
        <p:nvSpPr>
          <p:cNvPr id="23" name="Google Shape;23;p9"/>
          <p:cNvSpPr txBox="1">
            <a:spLocks noGrp="1"/>
          </p:cNvSpPr>
          <p:nvPr>
            <p:ph type="body" idx="1"/>
          </p:nvPr>
        </p:nvSpPr>
        <p:spPr>
          <a:xfrm>
            <a:off x="2668650" y="1318050"/>
            <a:ext cx="9098100" cy="5125800"/>
          </a:xfrm>
          <a:prstGeom prst="rect">
            <a:avLst/>
          </a:prstGeom>
          <a:noFill/>
          <a:ln>
            <a:noFill/>
          </a:ln>
        </p:spPr>
        <p:txBody>
          <a:bodyPr spcFirstLastPara="1" wrap="square" lIns="121900" tIns="121900" rIns="121900" bIns="121900" anchor="t" anchorCtr="0">
            <a:noAutofit/>
          </a:bodyPr>
          <a:lstStyle>
            <a:lvl1pPr marL="457200" marR="0" lvl="0" indent="-355600" algn="l" rtl="0">
              <a:lnSpc>
                <a:spcPct val="100000"/>
              </a:lnSpc>
              <a:spcBef>
                <a:spcPts val="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914400" marR="0" lvl="1"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1371600" marR="0" lvl="2"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828800" marR="0" lvl="3"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2286000" marR="0" lvl="4"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743200" marR="0" lvl="5"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3200400" marR="0" lvl="6"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657600" marR="0" lvl="7"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4114800" marR="0" lvl="8" indent="-355600" algn="l" rtl="0">
              <a:lnSpc>
                <a:spcPct val="100000"/>
              </a:lnSpc>
              <a:spcBef>
                <a:spcPts val="2100"/>
              </a:spcBef>
              <a:spcAft>
                <a:spcPts val="210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Monday">
  <p:cSld name="1_Monday">
    <p:spTree>
      <p:nvGrpSpPr>
        <p:cNvPr id="1" name="Shape 19"/>
        <p:cNvGrpSpPr/>
        <p:nvPr/>
      </p:nvGrpSpPr>
      <p:grpSpPr>
        <a:xfrm>
          <a:off x="0" y="0"/>
          <a:ext cx="0" cy="0"/>
          <a:chOff x="0" y="0"/>
          <a:chExt cx="0" cy="0"/>
        </a:xfrm>
      </p:grpSpPr>
      <p:sp>
        <p:nvSpPr>
          <p:cNvPr id="20" name="Google Shape;20;p9"/>
          <p:cNvSpPr/>
          <p:nvPr/>
        </p:nvSpPr>
        <p:spPr>
          <a:xfrm>
            <a:off x="1298526" y="0"/>
            <a:ext cx="10883772" cy="6858000"/>
          </a:xfrm>
          <a:prstGeom prst="rect">
            <a:avLst/>
          </a:prstGeom>
          <a:solidFill>
            <a:schemeClr val="dk1"/>
          </a:solidFill>
          <a:ln>
            <a:noFill/>
          </a:ln>
          <a:effectLst>
            <a:outerShdw blurRad="50800" dist="38100" dir="10800000" algn="r"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FFFFFF"/>
              </a:solidFill>
              <a:latin typeface="Calibri" panose="020F0502020204030204"/>
              <a:ea typeface="Calibri" panose="020F0502020204030204"/>
              <a:cs typeface="Calibri" panose="020F0502020204030204"/>
              <a:sym typeface="Calibri" panose="020F0502020204030204"/>
            </a:endParaRPr>
          </a:p>
        </p:txBody>
      </p:sp>
      <p:sp>
        <p:nvSpPr>
          <p:cNvPr id="21" name="Google Shape;21;p9"/>
          <p:cNvSpPr/>
          <p:nvPr/>
        </p:nvSpPr>
        <p:spPr>
          <a:xfrm rot="-5400000">
            <a:off x="1072326" y="881264"/>
            <a:ext cx="312900" cy="139500"/>
          </a:xfrm>
          <a:prstGeom prst="triangle">
            <a:avLst>
              <a:gd name="adj" fmla="val 50000"/>
            </a:avLst>
          </a:prstGeom>
          <a:solidFill>
            <a:srgbClr val="000400"/>
          </a:solidFill>
          <a:ln>
            <a:noFill/>
          </a:ln>
          <a:effectLst>
            <a:outerShdw blurRad="50800" dist="38100" dir="10800000" algn="r"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FFFFFF"/>
              </a:solidFill>
              <a:latin typeface="Calibri" panose="020F0502020204030204"/>
              <a:ea typeface="Calibri" panose="020F0502020204030204"/>
              <a:cs typeface="Calibri" panose="020F0502020204030204"/>
              <a:sym typeface="Calibri" panose="020F0502020204030204"/>
            </a:endParaRPr>
          </a:p>
        </p:txBody>
      </p:sp>
      <p:sp>
        <p:nvSpPr>
          <p:cNvPr id="22" name="Google Shape;22;p9"/>
          <p:cNvSpPr txBox="1">
            <a:spLocks noGrp="1"/>
          </p:cNvSpPr>
          <p:nvPr>
            <p:ph type="title"/>
          </p:nvPr>
        </p:nvSpPr>
        <p:spPr>
          <a:xfrm>
            <a:off x="2678100" y="288575"/>
            <a:ext cx="9098100" cy="763500"/>
          </a:xfrm>
          <a:prstGeom prst="rect">
            <a:avLst/>
          </a:prstGeom>
          <a:solidFill>
            <a:schemeClr val="dk2"/>
          </a:solidFill>
          <a:ln>
            <a:noFill/>
          </a:ln>
        </p:spPr>
        <p:txBody>
          <a:bodyPr spcFirstLastPara="1" wrap="square" lIns="121900" tIns="121900" rIns="121900" bIns="121900" anchor="t" anchorCtr="0">
            <a:noAutofit/>
          </a:bodyPr>
          <a:lstStyle>
            <a:lvl1pPr marR="0" lvl="0"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1pPr>
            <a:lvl2pPr marR="0" lvl="1"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2pPr>
            <a:lvl3pPr marR="0" lvl="2"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3pPr>
            <a:lvl4pPr marR="0" lvl="3"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4pPr>
            <a:lvl5pPr marR="0" lvl="4"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5pPr>
            <a:lvl6pPr marR="0" lvl="5"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6pPr>
            <a:lvl7pPr marR="0" lvl="6"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7pPr>
            <a:lvl8pPr marR="0" lvl="7"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8pPr>
            <a:lvl9pPr marR="0" lvl="8"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9pPr>
          </a:lstStyle>
          <a:p>
            <a:endParaRPr/>
          </a:p>
        </p:txBody>
      </p:sp>
      <p:sp>
        <p:nvSpPr>
          <p:cNvPr id="23" name="Google Shape;23;p9"/>
          <p:cNvSpPr txBox="1">
            <a:spLocks noGrp="1"/>
          </p:cNvSpPr>
          <p:nvPr>
            <p:ph type="body" idx="1"/>
          </p:nvPr>
        </p:nvSpPr>
        <p:spPr>
          <a:xfrm>
            <a:off x="2668650" y="1318050"/>
            <a:ext cx="9098100" cy="5125800"/>
          </a:xfrm>
          <a:prstGeom prst="rect">
            <a:avLst/>
          </a:prstGeom>
          <a:noFill/>
          <a:ln>
            <a:noFill/>
          </a:ln>
        </p:spPr>
        <p:txBody>
          <a:bodyPr spcFirstLastPara="1" wrap="square" lIns="121900" tIns="121900" rIns="121900" bIns="121900" anchor="t" anchorCtr="0">
            <a:noAutofit/>
          </a:bodyPr>
          <a:lstStyle>
            <a:lvl1pPr marL="457200" marR="0" lvl="0" indent="-355600" algn="l" rtl="0">
              <a:lnSpc>
                <a:spcPct val="100000"/>
              </a:lnSpc>
              <a:spcBef>
                <a:spcPts val="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914400" marR="0" lvl="1"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1371600" marR="0" lvl="2"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828800" marR="0" lvl="3"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2286000" marR="0" lvl="4"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743200" marR="0" lvl="5"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3200400" marR="0" lvl="6"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657600" marR="0" lvl="7"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4114800" marR="0" lvl="8" indent="-355600" algn="l" rtl="0">
              <a:lnSpc>
                <a:spcPct val="100000"/>
              </a:lnSpc>
              <a:spcBef>
                <a:spcPts val="2100"/>
              </a:spcBef>
              <a:spcAft>
                <a:spcPts val="210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uesday">
  <p:cSld name="Tuesday">
    <p:spTree>
      <p:nvGrpSpPr>
        <p:cNvPr id="1" name="Shape 24"/>
        <p:cNvGrpSpPr/>
        <p:nvPr/>
      </p:nvGrpSpPr>
      <p:grpSpPr>
        <a:xfrm>
          <a:off x="0" y="0"/>
          <a:ext cx="0" cy="0"/>
          <a:chOff x="0" y="0"/>
          <a:chExt cx="0" cy="0"/>
        </a:xfrm>
      </p:grpSpPr>
      <p:sp>
        <p:nvSpPr>
          <p:cNvPr id="25" name="Google Shape;25;p10"/>
          <p:cNvSpPr/>
          <p:nvPr/>
        </p:nvSpPr>
        <p:spPr>
          <a:xfrm>
            <a:off x="1298523" y="29828"/>
            <a:ext cx="10898826" cy="6858000"/>
          </a:xfrm>
          <a:prstGeom prst="rect">
            <a:avLst/>
          </a:prstGeom>
          <a:solidFill>
            <a:schemeClr val="dk1"/>
          </a:solidFill>
          <a:ln>
            <a:noFill/>
          </a:ln>
          <a:effectLst>
            <a:outerShdw blurRad="50800" dist="38100" dir="10800000" algn="r"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FFFFFF"/>
              </a:solidFill>
              <a:latin typeface="Calibri" panose="020F0502020204030204"/>
              <a:ea typeface="Calibri" panose="020F0502020204030204"/>
              <a:cs typeface="Calibri" panose="020F0502020204030204"/>
              <a:sym typeface="Calibri" panose="020F0502020204030204"/>
            </a:endParaRPr>
          </a:p>
        </p:txBody>
      </p:sp>
      <p:sp>
        <p:nvSpPr>
          <p:cNvPr id="26" name="Google Shape;26;p10"/>
          <p:cNvSpPr/>
          <p:nvPr/>
        </p:nvSpPr>
        <p:spPr>
          <a:xfrm rot="-5400000">
            <a:off x="1072323" y="1503605"/>
            <a:ext cx="312900" cy="139500"/>
          </a:xfrm>
          <a:prstGeom prst="triangle">
            <a:avLst>
              <a:gd name="adj" fmla="val 50000"/>
            </a:avLst>
          </a:prstGeom>
          <a:solidFill>
            <a:srgbClr val="000400"/>
          </a:solidFill>
          <a:ln>
            <a:noFill/>
          </a:ln>
          <a:effectLst>
            <a:outerShdw blurRad="50800" dist="38100" dir="10800000" algn="r"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FFFFFF"/>
              </a:solidFill>
              <a:latin typeface="Calibri" panose="020F0502020204030204"/>
              <a:ea typeface="Calibri" panose="020F0502020204030204"/>
              <a:cs typeface="Calibri" panose="020F0502020204030204"/>
              <a:sym typeface="Calibri" panose="020F0502020204030204"/>
            </a:endParaRPr>
          </a:p>
        </p:txBody>
      </p:sp>
      <p:sp>
        <p:nvSpPr>
          <p:cNvPr id="27" name="Google Shape;27;p10"/>
          <p:cNvSpPr txBox="1">
            <a:spLocks noGrp="1"/>
          </p:cNvSpPr>
          <p:nvPr>
            <p:ph type="title"/>
          </p:nvPr>
        </p:nvSpPr>
        <p:spPr>
          <a:xfrm>
            <a:off x="2678100" y="288575"/>
            <a:ext cx="9098100" cy="763500"/>
          </a:xfrm>
          <a:prstGeom prst="rect">
            <a:avLst/>
          </a:prstGeom>
          <a:solidFill>
            <a:schemeClr val="lt2"/>
          </a:solidFill>
          <a:ln>
            <a:noFill/>
          </a:ln>
        </p:spPr>
        <p:txBody>
          <a:bodyPr spcFirstLastPara="1" wrap="square" lIns="121900" tIns="121900" rIns="121900" bIns="121900" anchor="t" anchorCtr="0">
            <a:noAutofit/>
          </a:bodyPr>
          <a:lstStyle>
            <a:lvl1pPr marR="0" lvl="0"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1pPr>
            <a:lvl2pPr marR="0" lvl="1"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2pPr>
            <a:lvl3pPr marR="0" lvl="2"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3pPr>
            <a:lvl4pPr marR="0" lvl="3"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4pPr>
            <a:lvl5pPr marR="0" lvl="4"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5pPr>
            <a:lvl6pPr marR="0" lvl="5"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6pPr>
            <a:lvl7pPr marR="0" lvl="6"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7pPr>
            <a:lvl8pPr marR="0" lvl="7"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8pPr>
            <a:lvl9pPr marR="0" lvl="8"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9pPr>
          </a:lstStyle>
          <a:p>
            <a:endParaRPr/>
          </a:p>
        </p:txBody>
      </p:sp>
      <p:sp>
        <p:nvSpPr>
          <p:cNvPr id="28" name="Google Shape;28;p10"/>
          <p:cNvSpPr txBox="1">
            <a:spLocks noGrp="1"/>
          </p:cNvSpPr>
          <p:nvPr>
            <p:ph type="body" idx="1"/>
          </p:nvPr>
        </p:nvSpPr>
        <p:spPr>
          <a:xfrm>
            <a:off x="2668650" y="1318050"/>
            <a:ext cx="9098100" cy="5125800"/>
          </a:xfrm>
          <a:prstGeom prst="rect">
            <a:avLst/>
          </a:prstGeom>
          <a:noFill/>
          <a:ln>
            <a:noFill/>
          </a:ln>
        </p:spPr>
        <p:txBody>
          <a:bodyPr spcFirstLastPara="1" wrap="square" lIns="121900" tIns="121900" rIns="121900" bIns="121900" anchor="t" anchorCtr="0">
            <a:noAutofit/>
          </a:bodyPr>
          <a:lstStyle>
            <a:lvl1pPr marL="457200" marR="0" lvl="0" indent="-355600" algn="l" rtl="0">
              <a:lnSpc>
                <a:spcPct val="100000"/>
              </a:lnSpc>
              <a:spcBef>
                <a:spcPts val="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914400" marR="0" lvl="1"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1371600" marR="0" lvl="2"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828800" marR="0" lvl="3"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2286000" marR="0" lvl="4"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743200" marR="0" lvl="5"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3200400" marR="0" lvl="6"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657600" marR="0" lvl="7"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4114800" marR="0" lvl="8" indent="-355600" algn="l" rtl="0">
              <a:lnSpc>
                <a:spcPct val="100000"/>
              </a:lnSpc>
              <a:spcBef>
                <a:spcPts val="2100"/>
              </a:spcBef>
              <a:spcAft>
                <a:spcPts val="210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Other">
  <p:cSld name="Other">
    <p:spTree>
      <p:nvGrpSpPr>
        <p:cNvPr id="1" name="Shape 86"/>
        <p:cNvGrpSpPr/>
        <p:nvPr/>
      </p:nvGrpSpPr>
      <p:grpSpPr>
        <a:xfrm>
          <a:off x="0" y="0"/>
          <a:ext cx="0" cy="0"/>
          <a:chOff x="0" y="0"/>
          <a:chExt cx="0" cy="0"/>
        </a:xfrm>
      </p:grpSpPr>
      <p:sp>
        <p:nvSpPr>
          <p:cNvPr id="87" name="Google Shape;87;g389033cd5dc_0_116"/>
          <p:cNvSpPr/>
          <p:nvPr/>
        </p:nvSpPr>
        <p:spPr>
          <a:xfrm>
            <a:off x="1312028" y="0"/>
            <a:ext cx="10870200" cy="6858000"/>
          </a:xfrm>
          <a:prstGeom prst="rect">
            <a:avLst/>
          </a:prstGeom>
          <a:solidFill>
            <a:schemeClr val="dk1"/>
          </a:solidFill>
          <a:ln>
            <a:noFill/>
          </a:ln>
          <a:effectLst>
            <a:outerShdw blurRad="50800" dist="38100" dir="10800000" algn="r"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FFFFFF"/>
              </a:solidFill>
              <a:latin typeface="Calibri" panose="020F0502020204030204"/>
              <a:ea typeface="Calibri" panose="020F0502020204030204"/>
              <a:cs typeface="Calibri" panose="020F0502020204030204"/>
              <a:sym typeface="Calibri" panose="020F0502020204030204"/>
            </a:endParaRPr>
          </a:p>
        </p:txBody>
      </p:sp>
      <p:sp>
        <p:nvSpPr>
          <p:cNvPr id="88" name="Google Shape;88;g389033cd5dc_0_116"/>
          <p:cNvSpPr/>
          <p:nvPr/>
        </p:nvSpPr>
        <p:spPr>
          <a:xfrm rot="-5400000">
            <a:off x="1085828" y="4534387"/>
            <a:ext cx="312900" cy="139500"/>
          </a:xfrm>
          <a:prstGeom prst="triangle">
            <a:avLst>
              <a:gd name="adj" fmla="val 50000"/>
            </a:avLst>
          </a:prstGeom>
          <a:solidFill>
            <a:srgbClr val="000400"/>
          </a:solidFill>
          <a:ln>
            <a:noFill/>
          </a:ln>
          <a:effectLst>
            <a:outerShdw blurRad="50800" dist="38100" dir="10800000" algn="r"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FFFFFF"/>
              </a:solidFill>
              <a:latin typeface="Calibri" panose="020F0502020204030204"/>
              <a:ea typeface="Calibri" panose="020F0502020204030204"/>
              <a:cs typeface="Calibri" panose="020F0502020204030204"/>
              <a:sym typeface="Calibri" panose="020F0502020204030204"/>
            </a:endParaRPr>
          </a:p>
        </p:txBody>
      </p:sp>
      <p:sp>
        <p:nvSpPr>
          <p:cNvPr id="89" name="Google Shape;89;g389033cd5dc_0_116"/>
          <p:cNvSpPr txBox="1">
            <a:spLocks noGrp="1"/>
          </p:cNvSpPr>
          <p:nvPr>
            <p:ph type="title"/>
          </p:nvPr>
        </p:nvSpPr>
        <p:spPr>
          <a:xfrm>
            <a:off x="2678100" y="288575"/>
            <a:ext cx="9098100" cy="763500"/>
          </a:xfrm>
          <a:prstGeom prst="rect">
            <a:avLst/>
          </a:prstGeom>
          <a:solidFill>
            <a:schemeClr val="accent5"/>
          </a:solidFill>
          <a:ln>
            <a:noFill/>
          </a:ln>
        </p:spPr>
        <p:txBody>
          <a:bodyPr spcFirstLastPara="1" wrap="square" lIns="121900" tIns="121900" rIns="121900" bIns="121900" anchor="t" anchorCtr="0">
            <a:noAutofit/>
          </a:bodyPr>
          <a:lstStyle>
            <a:lvl1pPr marR="0" lvl="0"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1pPr>
            <a:lvl2pPr marR="0" lvl="1"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2pPr>
            <a:lvl3pPr marR="0" lvl="2"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3pPr>
            <a:lvl4pPr marR="0" lvl="3"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4pPr>
            <a:lvl5pPr marR="0" lvl="4"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5pPr>
            <a:lvl6pPr marR="0" lvl="5"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6pPr>
            <a:lvl7pPr marR="0" lvl="6"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7pPr>
            <a:lvl8pPr marR="0" lvl="7"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8pPr>
            <a:lvl9pPr marR="0" lvl="8"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9pPr>
          </a:lstStyle>
          <a:p>
            <a:endParaRPr/>
          </a:p>
        </p:txBody>
      </p:sp>
      <p:sp>
        <p:nvSpPr>
          <p:cNvPr id="90" name="Google Shape;90;g389033cd5dc_0_116"/>
          <p:cNvSpPr txBox="1">
            <a:spLocks noGrp="1"/>
          </p:cNvSpPr>
          <p:nvPr>
            <p:ph type="body" idx="1"/>
          </p:nvPr>
        </p:nvSpPr>
        <p:spPr>
          <a:xfrm>
            <a:off x="2668650" y="1318050"/>
            <a:ext cx="9098100" cy="5125800"/>
          </a:xfrm>
          <a:prstGeom prst="rect">
            <a:avLst/>
          </a:prstGeom>
          <a:noFill/>
          <a:ln>
            <a:noFill/>
          </a:ln>
        </p:spPr>
        <p:txBody>
          <a:bodyPr spcFirstLastPara="1" wrap="square" lIns="121900" tIns="121900" rIns="121900" bIns="121900" anchor="t" anchorCtr="0">
            <a:noAutofit/>
          </a:bodyPr>
          <a:lstStyle>
            <a:lvl1pPr marL="457200" marR="0" lvl="0" indent="-355600" algn="l" rtl="0">
              <a:lnSpc>
                <a:spcPct val="100000"/>
              </a:lnSpc>
              <a:spcBef>
                <a:spcPts val="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914400" marR="0" lvl="1"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1371600" marR="0" lvl="2"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828800" marR="0" lvl="3"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2286000" marR="0" lvl="4"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743200" marR="0" lvl="5"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3200400" marR="0" lvl="6"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657600" marR="0" lvl="7"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4114800" marR="0" lvl="8" indent="-355600" algn="l" rtl="0">
              <a:lnSpc>
                <a:spcPct val="100000"/>
              </a:lnSpc>
              <a:spcBef>
                <a:spcPts val="2100"/>
              </a:spcBef>
              <a:spcAft>
                <a:spcPts val="210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Layout" Target="../slideLayouts/slideLayout8.xml"/><Relationship Id="rId3" Type="http://schemas.openxmlformats.org/officeDocument/2006/relationships/slideLayout" Target="../slideLayouts/slideLayout9.xml"/><Relationship Id="rId4" Type="http://schemas.openxmlformats.org/officeDocument/2006/relationships/slideLayout" Target="../slideLayouts/slideLayout10.xml"/><Relationship Id="rId5" Type="http://schemas.openxmlformats.org/officeDocument/2006/relationships/slideLayout" Target="../slideLayouts/slideLayout11.xml"/><Relationship Id="rId6" Type="http://schemas.openxmlformats.org/officeDocument/2006/relationships/slideLayout" Target="../slideLayouts/slideLayout12.xml"/><Relationship Id="rId7" Type="http://schemas.openxmlformats.org/officeDocument/2006/relationships/slideLayout" Target="../slideLayouts/slideLayout13.xml"/><Relationship Id="rId8" Type="http://schemas.openxmlformats.org/officeDocument/2006/relationships/slideLayout" Target="../slideLayouts/slideLayout14.xml"/><Relationship Id="rId9" Type="http://schemas.openxmlformats.org/officeDocument/2006/relationships/slideLayout" Target="../slideLayouts/slideLayout15.xml"/><Relationship Id="rId10"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slideLayout" Target="../slideLayouts/slideLayout17.xml"/><Relationship Id="rId3" Type="http://schemas.openxmlformats.org/officeDocument/2006/relationships/slideLayout" Target="../slideLayouts/slideLayout18.xml"/><Relationship Id="rId4" Type="http://schemas.openxmlformats.org/officeDocument/2006/relationships/slideLayout" Target="../slideLayouts/slideLayout19.xml"/><Relationship Id="rId5" Type="http://schemas.openxmlformats.org/officeDocument/2006/relationships/slideLayout" Target="../slideLayouts/slideLayout20.xml"/><Relationship Id="rId6"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3F3F3"/>
        </a:solidFill>
        <a:effectLst/>
      </p:bgPr>
    </p:bg>
    <p:spTree>
      <p:nvGrpSpPr>
        <p:cNvPr id="1" name="Shape 5"/>
        <p:cNvGrpSpPr/>
        <p:nvPr/>
      </p:nvGrpSpPr>
      <p:grpSpPr>
        <a:xfrm>
          <a:off x="0" y="0"/>
          <a:ext cx="0" cy="0"/>
          <a:chOff x="0" y="0"/>
          <a:chExt cx="0" cy="0"/>
        </a:xfrm>
      </p:grpSpPr>
      <p:sp>
        <p:nvSpPr>
          <p:cNvPr id="6" name="Google Shape;6;p7"/>
          <p:cNvSpPr txBox="1"/>
          <p:nvPr/>
        </p:nvSpPr>
        <p:spPr>
          <a:xfrm>
            <a:off x="0" y="4795"/>
            <a:ext cx="1298284" cy="614889"/>
          </a:xfrm>
          <a:prstGeom prst="rect">
            <a:avLst/>
          </a:prstGeom>
          <a:solidFill>
            <a:srgbClr val="FFCC99"/>
          </a:solidFill>
          <a:ln>
            <a:noFill/>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2000"/>
              <a:buFont typeface="Arial" panose="020B0604020202020204"/>
              <a:buNone/>
            </a:pPr>
            <a:r>
              <a:rPr lang="en-US" sz="2000" b="1" i="0" u="none" strike="noStrike" cap="none">
                <a:solidFill>
                  <a:srgbClr val="000400"/>
                </a:solidFill>
                <a:latin typeface="Times New Roman" panose="02020603050405020304"/>
                <a:ea typeface="Times New Roman" panose="02020603050405020304"/>
                <a:cs typeface="Times New Roman" panose="02020603050405020304"/>
                <a:sym typeface="Times New Roman" panose="02020603050405020304"/>
              </a:rPr>
              <a:t>Topic</a:t>
            </a:r>
            <a:endParaRPr sz="2000" b="1" i="0" u="none" strike="noStrike" cap="none">
              <a:solidFill>
                <a:srgbClr val="0004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7" name="Google Shape;7;p7"/>
          <p:cNvSpPr txBox="1"/>
          <p:nvPr/>
        </p:nvSpPr>
        <p:spPr>
          <a:xfrm>
            <a:off x="0" y="623646"/>
            <a:ext cx="1298284" cy="614889"/>
          </a:xfrm>
          <a:prstGeom prst="rect">
            <a:avLst/>
          </a:prstGeom>
          <a:solidFill>
            <a:srgbClr val="F7C3F7"/>
          </a:solidFill>
          <a:ln>
            <a:noFill/>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2000"/>
              <a:buFont typeface="Arial" panose="020B0604020202020204"/>
              <a:buNone/>
            </a:pPr>
            <a:r>
              <a:rPr lang="en-US" sz="2000" b="1" i="0" u="none" strike="noStrike" cap="none">
                <a:solidFill>
                  <a:srgbClr val="000400"/>
                </a:solidFill>
                <a:latin typeface="Times New Roman" panose="02020603050405020304"/>
                <a:ea typeface="Times New Roman" panose="02020603050405020304"/>
                <a:cs typeface="Times New Roman" panose="02020603050405020304"/>
                <a:sym typeface="Times New Roman" panose="02020603050405020304"/>
              </a:rPr>
              <a:t>Engage</a:t>
            </a:r>
            <a:endParaRPr sz="2000" b="1" i="0" u="none" strike="noStrike" cap="none">
              <a:solidFill>
                <a:srgbClr val="0004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8" name="Google Shape;8;p7"/>
          <p:cNvSpPr txBox="1"/>
          <p:nvPr/>
        </p:nvSpPr>
        <p:spPr>
          <a:xfrm>
            <a:off x="0" y="1234328"/>
            <a:ext cx="1298284" cy="614889"/>
          </a:xfrm>
          <a:prstGeom prst="rect">
            <a:avLst/>
          </a:prstGeom>
          <a:solidFill>
            <a:srgbClr val="C5FBC2"/>
          </a:solidFill>
          <a:ln>
            <a:noFill/>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2000"/>
              <a:buFont typeface="Arial" panose="020B0604020202020204"/>
              <a:buNone/>
            </a:pPr>
            <a:r>
              <a:rPr lang="en-US" sz="2000" b="1" i="0" u="none" strike="noStrike" cap="none">
                <a:solidFill>
                  <a:srgbClr val="000400"/>
                </a:solidFill>
                <a:latin typeface="Times New Roman" panose="02020603050405020304"/>
                <a:ea typeface="Times New Roman" panose="02020603050405020304"/>
                <a:cs typeface="Times New Roman" panose="02020603050405020304"/>
                <a:sym typeface="Times New Roman" panose="02020603050405020304"/>
              </a:rPr>
              <a:t>Objective</a:t>
            </a:r>
            <a:endParaRPr sz="2000" b="1" i="0" u="none" strike="noStrike" cap="none">
              <a:solidFill>
                <a:srgbClr val="0004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9" name="Google Shape;9;p7"/>
          <p:cNvSpPr txBox="1"/>
          <p:nvPr/>
        </p:nvSpPr>
        <p:spPr>
          <a:xfrm>
            <a:off x="-878" y="1848416"/>
            <a:ext cx="1298284" cy="614889"/>
          </a:xfrm>
          <a:prstGeom prst="rect">
            <a:avLst/>
          </a:prstGeom>
          <a:solidFill>
            <a:srgbClr val="CCCCFF"/>
          </a:solidFill>
          <a:ln>
            <a:noFill/>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2000"/>
              <a:buFont typeface="Arial" panose="020B0604020202020204"/>
              <a:buNone/>
            </a:pPr>
            <a:r>
              <a:rPr lang="en-US" sz="2000" b="1" i="0" u="none" strike="noStrike" cap="none">
                <a:solidFill>
                  <a:srgbClr val="000400"/>
                </a:solidFill>
                <a:latin typeface="Times New Roman" panose="02020603050405020304"/>
                <a:ea typeface="Times New Roman" panose="02020603050405020304"/>
                <a:cs typeface="Times New Roman" panose="02020603050405020304"/>
                <a:sym typeface="Times New Roman" panose="02020603050405020304"/>
              </a:rPr>
              <a:t>Explore</a:t>
            </a:r>
            <a:endParaRPr sz="2000" b="1" i="0" u="none" strike="noStrike" cap="none">
              <a:solidFill>
                <a:srgbClr val="0004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0" name="Google Shape;10;p7"/>
          <p:cNvSpPr txBox="1"/>
          <p:nvPr/>
        </p:nvSpPr>
        <p:spPr>
          <a:xfrm>
            <a:off x="690" y="2462731"/>
            <a:ext cx="1298284" cy="614889"/>
          </a:xfrm>
          <a:prstGeom prst="rect">
            <a:avLst/>
          </a:prstGeom>
          <a:solidFill>
            <a:srgbClr val="C9F5F5"/>
          </a:solidFill>
          <a:ln>
            <a:noFill/>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2000"/>
              <a:buFont typeface="Arial" panose="020B0604020202020204"/>
              <a:buNone/>
            </a:pPr>
            <a:r>
              <a:rPr lang="en-US" sz="2000" b="1" i="0" u="none" strike="noStrike" cap="none">
                <a:solidFill>
                  <a:srgbClr val="000400"/>
                </a:solidFill>
                <a:latin typeface="Times New Roman" panose="02020603050405020304"/>
                <a:ea typeface="Times New Roman" panose="02020603050405020304"/>
                <a:cs typeface="Times New Roman" panose="02020603050405020304"/>
                <a:sym typeface="Times New Roman" panose="02020603050405020304"/>
              </a:rPr>
              <a:t>Explain</a:t>
            </a:r>
            <a:endParaRPr sz="2000" b="1" i="0" u="none" strike="noStrike" cap="none">
              <a:solidFill>
                <a:srgbClr val="0004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1" name="Google Shape;11;p7"/>
          <p:cNvSpPr txBox="1"/>
          <p:nvPr/>
        </p:nvSpPr>
        <p:spPr>
          <a:xfrm>
            <a:off x="-4664" y="3075280"/>
            <a:ext cx="1298284" cy="614889"/>
          </a:xfrm>
          <a:prstGeom prst="rect">
            <a:avLst/>
          </a:prstGeom>
          <a:solidFill>
            <a:srgbClr val="FFBDBD"/>
          </a:solidFill>
          <a:ln>
            <a:noFill/>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1950"/>
              <a:buFont typeface="Arial" panose="020B0604020202020204"/>
              <a:buNone/>
            </a:pPr>
            <a:r>
              <a:rPr lang="en-US" sz="1950" b="1" i="0" u="none" strike="noStrike" cap="none">
                <a:solidFill>
                  <a:srgbClr val="000400"/>
                </a:solidFill>
                <a:latin typeface="Times New Roman" panose="02020603050405020304"/>
                <a:ea typeface="Times New Roman" panose="02020603050405020304"/>
                <a:cs typeface="Times New Roman" panose="02020603050405020304"/>
                <a:sym typeface="Times New Roman" panose="02020603050405020304"/>
              </a:rPr>
              <a:t>Elaborate</a:t>
            </a:r>
            <a:endParaRPr sz="1950" b="1" i="0" u="none" strike="noStrike" cap="none">
              <a:solidFill>
                <a:srgbClr val="0004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2" name="Google Shape;12;p7"/>
          <p:cNvSpPr txBox="1"/>
          <p:nvPr/>
        </p:nvSpPr>
        <p:spPr>
          <a:xfrm>
            <a:off x="2048" y="3685161"/>
            <a:ext cx="1298284" cy="614889"/>
          </a:xfrm>
          <a:prstGeom prst="rect">
            <a:avLst/>
          </a:prstGeom>
          <a:solidFill>
            <a:srgbClr val="D2EDCD"/>
          </a:solidFill>
          <a:ln>
            <a:noFill/>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1950"/>
              <a:buFont typeface="Arial" panose="020B0604020202020204"/>
              <a:buNone/>
            </a:pPr>
            <a:r>
              <a:rPr lang="en-US" sz="1950" b="1" i="0" u="none" strike="noStrike" cap="none">
                <a:solidFill>
                  <a:srgbClr val="000400"/>
                </a:solidFill>
                <a:latin typeface="Times New Roman" panose="02020603050405020304"/>
                <a:ea typeface="Times New Roman" panose="02020603050405020304"/>
                <a:cs typeface="Times New Roman" panose="02020603050405020304"/>
                <a:sym typeface="Times New Roman" panose="02020603050405020304"/>
              </a:rPr>
              <a:t>Evaluate</a:t>
            </a:r>
            <a:endParaRPr sz="1950" b="1" i="0" u="none" strike="noStrike" cap="none">
              <a:solidFill>
                <a:srgbClr val="0004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3" name="Google Shape;13;p7"/>
          <p:cNvSpPr txBox="1"/>
          <p:nvPr/>
        </p:nvSpPr>
        <p:spPr>
          <a:xfrm>
            <a:off x="98" y="4299378"/>
            <a:ext cx="1298284" cy="614889"/>
          </a:xfrm>
          <a:prstGeom prst="rect">
            <a:avLst/>
          </a:prstGeom>
          <a:solidFill>
            <a:srgbClr val="D9E5FA"/>
          </a:solidFill>
          <a:ln>
            <a:noFill/>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1650"/>
              <a:buFont typeface="Arial" panose="020B0604020202020204"/>
              <a:buNone/>
            </a:pPr>
            <a:r>
              <a:rPr lang="en-US" sz="1650" b="1" i="0" u="none" strike="noStrike" cap="none">
                <a:solidFill>
                  <a:srgbClr val="000400"/>
                </a:solidFill>
                <a:latin typeface="Times New Roman" panose="02020603050405020304"/>
                <a:ea typeface="Times New Roman" panose="02020603050405020304"/>
                <a:cs typeface="Times New Roman" panose="02020603050405020304"/>
                <a:sym typeface="Times New Roman" panose="02020603050405020304"/>
              </a:rPr>
              <a:t>Self-Reflect</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 bg1="lt1" tx1="dk1" bg2="dk2" tx2="lt2" accent1="accent1" accent2="accent2" accent3="accent3" accent4="accent4" accent5="accent5" accent6="accent6" hlink="hlink" folHlink="folHlink"/>
  <p:sldLayoutIdLst>
    <p:sldLayoutId id="2147483657" r:id="rId1"/>
    <p:sldLayoutId id="2147483658" r:id="rId2"/>
    <p:sldLayoutId id="2147483660" r:id="rId3"/>
    <p:sldLayoutId id="2147483661" r:id="rId4"/>
    <p:sldLayoutId id="2147483662" r:id="rId5"/>
    <p:sldLayoutId id="2147483682" r:id="rId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3F3F3"/>
        </a:solidFill>
        <a:effectLst/>
      </p:bgPr>
    </p:bg>
    <p:spTree>
      <p:nvGrpSpPr>
        <p:cNvPr id="1" name="Shape 43"/>
        <p:cNvGrpSpPr/>
        <p:nvPr/>
      </p:nvGrpSpPr>
      <p:grpSpPr>
        <a:xfrm>
          <a:off x="0" y="0"/>
          <a:ext cx="0" cy="0"/>
          <a:chOff x="0" y="0"/>
          <a:chExt cx="0" cy="0"/>
        </a:xfrm>
      </p:grpSpPr>
      <p:sp>
        <p:nvSpPr>
          <p:cNvPr id="44" name="Google Shape;44;g389033cd5dc_0_73"/>
          <p:cNvSpPr txBox="1"/>
          <p:nvPr/>
        </p:nvSpPr>
        <p:spPr>
          <a:xfrm>
            <a:off x="0" y="4795"/>
            <a:ext cx="1298400" cy="615000"/>
          </a:xfrm>
          <a:prstGeom prst="rect">
            <a:avLst/>
          </a:prstGeom>
          <a:solidFill>
            <a:srgbClr val="FFCC99"/>
          </a:solidFill>
          <a:ln>
            <a:noFill/>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2000"/>
              <a:buFont typeface="Arial" panose="020B0604020202020204"/>
              <a:buNone/>
            </a:pPr>
            <a:r>
              <a:rPr lang="en-US" sz="2000" b="1" i="0" u="none" strike="noStrike" cap="none">
                <a:solidFill>
                  <a:srgbClr val="000400"/>
                </a:solidFill>
                <a:latin typeface="Times New Roman" panose="02020603050405020304"/>
                <a:ea typeface="Times New Roman" panose="02020603050405020304"/>
                <a:cs typeface="Times New Roman" panose="02020603050405020304"/>
                <a:sym typeface="Times New Roman" panose="02020603050405020304"/>
              </a:rPr>
              <a:t>Topic</a:t>
            </a:r>
            <a:endParaRPr sz="2000" b="1" i="0" u="none" strike="noStrike" cap="none">
              <a:solidFill>
                <a:srgbClr val="0004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45" name="Google Shape;45;g389033cd5dc_0_73"/>
          <p:cNvSpPr txBox="1"/>
          <p:nvPr/>
        </p:nvSpPr>
        <p:spPr>
          <a:xfrm>
            <a:off x="0" y="623646"/>
            <a:ext cx="1298400" cy="615000"/>
          </a:xfrm>
          <a:prstGeom prst="rect">
            <a:avLst/>
          </a:prstGeom>
          <a:solidFill>
            <a:srgbClr val="F7C3F7"/>
          </a:solidFill>
          <a:ln>
            <a:noFill/>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2000"/>
              <a:buFont typeface="Arial" panose="020B0604020202020204"/>
              <a:buNone/>
            </a:pPr>
            <a:r>
              <a:rPr lang="en-US" sz="2000" b="1" i="0" u="none" strike="noStrike" cap="none">
                <a:solidFill>
                  <a:srgbClr val="000400"/>
                </a:solidFill>
                <a:latin typeface="Times New Roman" panose="02020603050405020304"/>
                <a:ea typeface="Times New Roman" panose="02020603050405020304"/>
                <a:cs typeface="Times New Roman" panose="02020603050405020304"/>
                <a:sym typeface="Times New Roman" panose="02020603050405020304"/>
              </a:rPr>
              <a:t>Engage</a:t>
            </a:r>
            <a:endParaRPr sz="2000" b="1" i="0" u="none" strike="noStrike" cap="none">
              <a:solidFill>
                <a:srgbClr val="0004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46" name="Google Shape;46;g389033cd5dc_0_73"/>
          <p:cNvSpPr txBox="1"/>
          <p:nvPr/>
        </p:nvSpPr>
        <p:spPr>
          <a:xfrm>
            <a:off x="0" y="1234328"/>
            <a:ext cx="1298400" cy="615000"/>
          </a:xfrm>
          <a:prstGeom prst="rect">
            <a:avLst/>
          </a:prstGeom>
          <a:solidFill>
            <a:srgbClr val="C5FBC2"/>
          </a:solidFill>
          <a:ln>
            <a:noFill/>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2000"/>
              <a:buFont typeface="Arial" panose="020B0604020202020204"/>
              <a:buNone/>
            </a:pPr>
            <a:r>
              <a:rPr lang="en-US" sz="2000" b="1" i="0" u="none" strike="noStrike" cap="none">
                <a:solidFill>
                  <a:srgbClr val="000400"/>
                </a:solidFill>
                <a:latin typeface="Times New Roman" panose="02020603050405020304"/>
                <a:ea typeface="Times New Roman" panose="02020603050405020304"/>
                <a:cs typeface="Times New Roman" panose="02020603050405020304"/>
                <a:sym typeface="Times New Roman" panose="02020603050405020304"/>
              </a:rPr>
              <a:t>Objective</a:t>
            </a:r>
            <a:endParaRPr sz="2000" b="1" i="0" u="none" strike="noStrike" cap="none">
              <a:solidFill>
                <a:srgbClr val="0004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47" name="Google Shape;47;g389033cd5dc_0_73"/>
          <p:cNvSpPr txBox="1"/>
          <p:nvPr/>
        </p:nvSpPr>
        <p:spPr>
          <a:xfrm>
            <a:off x="-878" y="1848416"/>
            <a:ext cx="1298400" cy="615000"/>
          </a:xfrm>
          <a:prstGeom prst="rect">
            <a:avLst/>
          </a:prstGeom>
          <a:solidFill>
            <a:srgbClr val="CCCCFF"/>
          </a:solidFill>
          <a:ln>
            <a:noFill/>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2000"/>
              <a:buFont typeface="Arial" panose="020B0604020202020204"/>
              <a:buNone/>
            </a:pPr>
            <a:r>
              <a:rPr lang="en-US" sz="2000" b="1" i="0" u="none" strike="noStrike" cap="none">
                <a:solidFill>
                  <a:srgbClr val="000400"/>
                </a:solidFill>
                <a:latin typeface="Times New Roman" panose="02020603050405020304"/>
                <a:ea typeface="Times New Roman" panose="02020603050405020304"/>
                <a:cs typeface="Times New Roman" panose="02020603050405020304"/>
                <a:sym typeface="Times New Roman" panose="02020603050405020304"/>
              </a:rPr>
              <a:t>Explore</a:t>
            </a:r>
            <a:endParaRPr sz="2000" b="1" i="0" u="none" strike="noStrike" cap="none">
              <a:solidFill>
                <a:srgbClr val="0004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48" name="Google Shape;48;g389033cd5dc_0_73"/>
          <p:cNvSpPr txBox="1"/>
          <p:nvPr/>
        </p:nvSpPr>
        <p:spPr>
          <a:xfrm>
            <a:off x="690" y="2462731"/>
            <a:ext cx="1298400" cy="615000"/>
          </a:xfrm>
          <a:prstGeom prst="rect">
            <a:avLst/>
          </a:prstGeom>
          <a:solidFill>
            <a:srgbClr val="C9F5F5"/>
          </a:solidFill>
          <a:ln>
            <a:noFill/>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2000"/>
              <a:buFont typeface="Arial" panose="020B0604020202020204"/>
              <a:buNone/>
            </a:pPr>
            <a:r>
              <a:rPr lang="en-US" sz="2000" b="1" i="0" u="none" strike="noStrike" cap="none">
                <a:solidFill>
                  <a:srgbClr val="000400"/>
                </a:solidFill>
                <a:latin typeface="Times New Roman" panose="02020603050405020304"/>
                <a:ea typeface="Times New Roman" panose="02020603050405020304"/>
                <a:cs typeface="Times New Roman" panose="02020603050405020304"/>
                <a:sym typeface="Times New Roman" panose="02020603050405020304"/>
              </a:rPr>
              <a:t>Explain</a:t>
            </a:r>
            <a:endParaRPr sz="2000" b="1" i="0" u="none" strike="noStrike" cap="none">
              <a:solidFill>
                <a:srgbClr val="0004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49" name="Google Shape;49;g389033cd5dc_0_73"/>
          <p:cNvSpPr txBox="1"/>
          <p:nvPr/>
        </p:nvSpPr>
        <p:spPr>
          <a:xfrm>
            <a:off x="-4664" y="3075280"/>
            <a:ext cx="1298400" cy="615000"/>
          </a:xfrm>
          <a:prstGeom prst="rect">
            <a:avLst/>
          </a:prstGeom>
          <a:solidFill>
            <a:srgbClr val="FFBDBD"/>
          </a:solidFill>
          <a:ln>
            <a:noFill/>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1950"/>
              <a:buFont typeface="Arial" panose="020B0604020202020204"/>
              <a:buNone/>
            </a:pPr>
            <a:r>
              <a:rPr lang="en-US" sz="1950" b="1" i="0" u="none" strike="noStrike" cap="none">
                <a:solidFill>
                  <a:srgbClr val="000400"/>
                </a:solidFill>
                <a:latin typeface="Times New Roman" panose="02020603050405020304"/>
                <a:ea typeface="Times New Roman" panose="02020603050405020304"/>
                <a:cs typeface="Times New Roman" panose="02020603050405020304"/>
                <a:sym typeface="Times New Roman" panose="02020603050405020304"/>
              </a:rPr>
              <a:t>Elaborate</a:t>
            </a:r>
            <a:endParaRPr sz="1950" b="1" i="0" u="none" strike="noStrike" cap="none">
              <a:solidFill>
                <a:srgbClr val="0004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0" name="Google Shape;50;g389033cd5dc_0_73"/>
          <p:cNvSpPr txBox="1"/>
          <p:nvPr/>
        </p:nvSpPr>
        <p:spPr>
          <a:xfrm>
            <a:off x="2048" y="3685161"/>
            <a:ext cx="1298400" cy="615000"/>
          </a:xfrm>
          <a:prstGeom prst="rect">
            <a:avLst/>
          </a:prstGeom>
          <a:solidFill>
            <a:srgbClr val="D2EDCD"/>
          </a:solidFill>
          <a:ln>
            <a:noFill/>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1950"/>
              <a:buFont typeface="Arial" panose="020B0604020202020204"/>
              <a:buNone/>
            </a:pPr>
            <a:r>
              <a:rPr lang="en-US" sz="1950" b="1" i="0" u="none" strike="noStrike" cap="none">
                <a:solidFill>
                  <a:srgbClr val="000400"/>
                </a:solidFill>
                <a:latin typeface="Times New Roman" panose="02020603050405020304"/>
                <a:ea typeface="Times New Roman" panose="02020603050405020304"/>
                <a:cs typeface="Times New Roman" panose="02020603050405020304"/>
                <a:sym typeface="Times New Roman" panose="02020603050405020304"/>
              </a:rPr>
              <a:t>Evaluate</a:t>
            </a:r>
            <a:endParaRPr sz="1950" b="1" i="0" u="none" strike="noStrike" cap="none">
              <a:solidFill>
                <a:srgbClr val="0004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1" name="Google Shape;51;g389033cd5dc_0_73"/>
          <p:cNvSpPr txBox="1"/>
          <p:nvPr/>
        </p:nvSpPr>
        <p:spPr>
          <a:xfrm>
            <a:off x="98" y="4299378"/>
            <a:ext cx="1298400" cy="615000"/>
          </a:xfrm>
          <a:prstGeom prst="rect">
            <a:avLst/>
          </a:prstGeom>
          <a:solidFill>
            <a:srgbClr val="D9E5FA"/>
          </a:solidFill>
          <a:ln>
            <a:noFill/>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1650"/>
              <a:buFont typeface="Arial" panose="020B0604020202020204"/>
              <a:buNone/>
            </a:pPr>
            <a:r>
              <a:rPr lang="en-US" sz="1650" b="1" i="0" u="none" strike="noStrike" cap="none">
                <a:solidFill>
                  <a:srgbClr val="000400"/>
                </a:solidFill>
                <a:latin typeface="Times New Roman" panose="02020603050405020304"/>
                <a:ea typeface="Times New Roman" panose="02020603050405020304"/>
                <a:cs typeface="Times New Roman" panose="02020603050405020304"/>
                <a:sym typeface="Times New Roman" panose="02020603050405020304"/>
              </a:rPr>
              <a:t>Self-Reflect</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 bg1="lt1" tx1="dk1" bg2="dk2" tx2="lt2" accent1="accent1" accent2="accent2" accent3="accent3" accent4="accent4" accent5="accent5" accent6="accent6" hlink="hlink" folHlink="folHlink"/>
  <p:sldLayoutIdLst>
    <p:sldLayoutId id="2147483664" r:id="rId1"/>
    <p:sldLayoutId id="2147483666" r:id="rId2"/>
    <p:sldLayoutId id="2147483667" r:id="rId3"/>
    <p:sldLayoutId id="2147483668" r:id="rId4"/>
    <p:sldLayoutId id="2147483669" r:id="rId5"/>
    <p:sldLayoutId id="2147483671" r:id="rId6"/>
    <p:sldLayoutId id="2147483672" r:id="rId7"/>
    <p:sldLayoutId id="2147483673" r:id="rId8"/>
    <p:sldLayoutId id="2147483681"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3F3F3"/>
        </a:solidFill>
        <a:effectLst/>
      </p:bgPr>
    </p:bg>
    <p:spTree>
      <p:nvGrpSpPr>
        <p:cNvPr id="1" name="Shape 5"/>
        <p:cNvGrpSpPr/>
        <p:nvPr/>
      </p:nvGrpSpPr>
      <p:grpSpPr>
        <a:xfrm>
          <a:off x="0" y="0"/>
          <a:ext cx="0" cy="0"/>
          <a:chOff x="0" y="0"/>
          <a:chExt cx="0" cy="0"/>
        </a:xfrm>
      </p:grpSpPr>
      <p:sp>
        <p:nvSpPr>
          <p:cNvPr id="6" name="Google Shape;6;p7"/>
          <p:cNvSpPr txBox="1"/>
          <p:nvPr/>
        </p:nvSpPr>
        <p:spPr>
          <a:xfrm>
            <a:off x="0" y="4795"/>
            <a:ext cx="1298284" cy="614889"/>
          </a:xfrm>
          <a:prstGeom prst="rect">
            <a:avLst/>
          </a:prstGeom>
          <a:solidFill>
            <a:srgbClr val="FFCC99"/>
          </a:solidFill>
          <a:ln>
            <a:noFill/>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2000"/>
              <a:buFont typeface="Arial" panose="020B0604020202020204"/>
              <a:buNone/>
            </a:pPr>
            <a:r>
              <a:rPr lang="en-US" sz="2000" b="1" i="0" u="none" strike="noStrike" cap="none">
                <a:solidFill>
                  <a:srgbClr val="000400"/>
                </a:solidFill>
                <a:latin typeface="Times New Roman" panose="02020603050405020304"/>
                <a:ea typeface="Times New Roman" panose="02020603050405020304"/>
                <a:cs typeface="Times New Roman" panose="02020603050405020304"/>
                <a:sym typeface="Times New Roman" panose="02020603050405020304"/>
              </a:rPr>
              <a:t>Topic</a:t>
            </a:r>
            <a:endParaRPr sz="2000" b="1" i="0" u="none" strike="noStrike" cap="none">
              <a:solidFill>
                <a:srgbClr val="0004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7" name="Google Shape;7;p7"/>
          <p:cNvSpPr txBox="1"/>
          <p:nvPr/>
        </p:nvSpPr>
        <p:spPr>
          <a:xfrm>
            <a:off x="0" y="623646"/>
            <a:ext cx="1298284" cy="614889"/>
          </a:xfrm>
          <a:prstGeom prst="rect">
            <a:avLst/>
          </a:prstGeom>
          <a:solidFill>
            <a:srgbClr val="F7C3F7"/>
          </a:solidFill>
          <a:ln>
            <a:noFill/>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2000"/>
              <a:buFont typeface="Arial" panose="020B0604020202020204"/>
              <a:buNone/>
            </a:pPr>
            <a:r>
              <a:rPr lang="en-US" sz="2000" b="1" i="0" u="none" strike="noStrike" cap="none">
                <a:solidFill>
                  <a:srgbClr val="000400"/>
                </a:solidFill>
                <a:latin typeface="Times New Roman" panose="02020603050405020304"/>
                <a:ea typeface="Times New Roman" panose="02020603050405020304"/>
                <a:cs typeface="Times New Roman" panose="02020603050405020304"/>
                <a:sym typeface="Times New Roman" panose="02020603050405020304"/>
              </a:rPr>
              <a:t>Engage</a:t>
            </a:r>
            <a:endParaRPr sz="2000" b="1" i="0" u="none" strike="noStrike" cap="none">
              <a:solidFill>
                <a:srgbClr val="0004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8" name="Google Shape;8;p7"/>
          <p:cNvSpPr txBox="1"/>
          <p:nvPr/>
        </p:nvSpPr>
        <p:spPr>
          <a:xfrm>
            <a:off x="0" y="1234328"/>
            <a:ext cx="1298284" cy="614889"/>
          </a:xfrm>
          <a:prstGeom prst="rect">
            <a:avLst/>
          </a:prstGeom>
          <a:solidFill>
            <a:srgbClr val="C5FBC2"/>
          </a:solidFill>
          <a:ln>
            <a:noFill/>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2000"/>
              <a:buFont typeface="Arial" panose="020B0604020202020204"/>
              <a:buNone/>
            </a:pPr>
            <a:r>
              <a:rPr lang="en-US" sz="2000" b="1" i="0" u="none" strike="noStrike" cap="none">
                <a:solidFill>
                  <a:srgbClr val="000400"/>
                </a:solidFill>
                <a:latin typeface="Times New Roman" panose="02020603050405020304"/>
                <a:ea typeface="Times New Roman" panose="02020603050405020304"/>
                <a:cs typeface="Times New Roman" panose="02020603050405020304"/>
                <a:sym typeface="Times New Roman" panose="02020603050405020304"/>
              </a:rPr>
              <a:t>Objective</a:t>
            </a:r>
            <a:endParaRPr sz="2000" b="1" i="0" u="none" strike="noStrike" cap="none">
              <a:solidFill>
                <a:srgbClr val="0004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9" name="Google Shape;9;p7"/>
          <p:cNvSpPr txBox="1"/>
          <p:nvPr/>
        </p:nvSpPr>
        <p:spPr>
          <a:xfrm>
            <a:off x="-878" y="1848416"/>
            <a:ext cx="1298284" cy="614889"/>
          </a:xfrm>
          <a:prstGeom prst="rect">
            <a:avLst/>
          </a:prstGeom>
          <a:solidFill>
            <a:srgbClr val="CCCCFF"/>
          </a:solidFill>
          <a:ln>
            <a:noFill/>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2000"/>
              <a:buFont typeface="Arial" panose="020B0604020202020204"/>
              <a:buNone/>
            </a:pPr>
            <a:r>
              <a:rPr lang="en-US" sz="2000" b="1" i="0" u="none" strike="noStrike" cap="none">
                <a:solidFill>
                  <a:srgbClr val="000400"/>
                </a:solidFill>
                <a:latin typeface="Times New Roman" panose="02020603050405020304"/>
                <a:ea typeface="Times New Roman" panose="02020603050405020304"/>
                <a:cs typeface="Times New Roman" panose="02020603050405020304"/>
                <a:sym typeface="Times New Roman" panose="02020603050405020304"/>
              </a:rPr>
              <a:t>Explore</a:t>
            </a:r>
            <a:endParaRPr sz="2000" b="1" i="0" u="none" strike="noStrike" cap="none">
              <a:solidFill>
                <a:srgbClr val="0004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0" name="Google Shape;10;p7"/>
          <p:cNvSpPr txBox="1"/>
          <p:nvPr/>
        </p:nvSpPr>
        <p:spPr>
          <a:xfrm>
            <a:off x="690" y="2462731"/>
            <a:ext cx="1298284" cy="614889"/>
          </a:xfrm>
          <a:prstGeom prst="rect">
            <a:avLst/>
          </a:prstGeom>
          <a:solidFill>
            <a:srgbClr val="C9F5F5"/>
          </a:solidFill>
          <a:ln>
            <a:noFill/>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2000"/>
              <a:buFont typeface="Arial" panose="020B0604020202020204"/>
              <a:buNone/>
            </a:pPr>
            <a:r>
              <a:rPr lang="en-US" sz="2000" b="1" i="0" u="none" strike="noStrike" cap="none">
                <a:solidFill>
                  <a:srgbClr val="000400"/>
                </a:solidFill>
                <a:latin typeface="Times New Roman" panose="02020603050405020304"/>
                <a:ea typeface="Times New Roman" panose="02020603050405020304"/>
                <a:cs typeface="Times New Roman" panose="02020603050405020304"/>
                <a:sym typeface="Times New Roman" panose="02020603050405020304"/>
              </a:rPr>
              <a:t>Explain</a:t>
            </a:r>
            <a:endParaRPr sz="2000" b="1" i="0" u="none" strike="noStrike" cap="none">
              <a:solidFill>
                <a:srgbClr val="0004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1" name="Google Shape;11;p7"/>
          <p:cNvSpPr txBox="1"/>
          <p:nvPr/>
        </p:nvSpPr>
        <p:spPr>
          <a:xfrm>
            <a:off x="-4664" y="3075280"/>
            <a:ext cx="1298284" cy="614889"/>
          </a:xfrm>
          <a:prstGeom prst="rect">
            <a:avLst/>
          </a:prstGeom>
          <a:solidFill>
            <a:srgbClr val="FFBDBD"/>
          </a:solidFill>
          <a:ln>
            <a:noFill/>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1950"/>
              <a:buFont typeface="Arial" panose="020B0604020202020204"/>
              <a:buNone/>
            </a:pPr>
            <a:r>
              <a:rPr lang="en-US" sz="1950" b="1" i="0" u="none" strike="noStrike" cap="none">
                <a:solidFill>
                  <a:srgbClr val="000400"/>
                </a:solidFill>
                <a:latin typeface="Times New Roman" panose="02020603050405020304"/>
                <a:ea typeface="Times New Roman" panose="02020603050405020304"/>
                <a:cs typeface="Times New Roman" panose="02020603050405020304"/>
                <a:sym typeface="Times New Roman" panose="02020603050405020304"/>
              </a:rPr>
              <a:t>Elaborate</a:t>
            </a:r>
            <a:endParaRPr sz="1950" b="1" i="0" u="none" strike="noStrike" cap="none">
              <a:solidFill>
                <a:srgbClr val="0004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2" name="Google Shape;12;p7"/>
          <p:cNvSpPr txBox="1"/>
          <p:nvPr/>
        </p:nvSpPr>
        <p:spPr>
          <a:xfrm>
            <a:off x="2048" y="3685161"/>
            <a:ext cx="1298284" cy="614889"/>
          </a:xfrm>
          <a:prstGeom prst="rect">
            <a:avLst/>
          </a:prstGeom>
          <a:solidFill>
            <a:srgbClr val="D2EDCD"/>
          </a:solidFill>
          <a:ln>
            <a:noFill/>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1950"/>
              <a:buFont typeface="Arial" panose="020B0604020202020204"/>
              <a:buNone/>
            </a:pPr>
            <a:r>
              <a:rPr lang="en-US" sz="1950" b="1" i="0" u="none" strike="noStrike" cap="none">
                <a:solidFill>
                  <a:srgbClr val="000400"/>
                </a:solidFill>
                <a:latin typeface="Times New Roman" panose="02020603050405020304"/>
                <a:ea typeface="Times New Roman" panose="02020603050405020304"/>
                <a:cs typeface="Times New Roman" panose="02020603050405020304"/>
                <a:sym typeface="Times New Roman" panose="02020603050405020304"/>
              </a:rPr>
              <a:t>Evaluate</a:t>
            </a:r>
            <a:endParaRPr sz="1950" b="1" i="0" u="none" strike="noStrike" cap="none">
              <a:solidFill>
                <a:srgbClr val="0004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3" name="Google Shape;13;p7"/>
          <p:cNvSpPr txBox="1"/>
          <p:nvPr/>
        </p:nvSpPr>
        <p:spPr>
          <a:xfrm>
            <a:off x="98" y="4299378"/>
            <a:ext cx="1298284" cy="614889"/>
          </a:xfrm>
          <a:prstGeom prst="rect">
            <a:avLst/>
          </a:prstGeom>
          <a:solidFill>
            <a:srgbClr val="D9E5FA"/>
          </a:solidFill>
          <a:ln>
            <a:noFill/>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1650"/>
              <a:buFont typeface="Arial" panose="020B0604020202020204"/>
              <a:buNone/>
            </a:pPr>
            <a:r>
              <a:rPr lang="en-US" sz="1650" b="1" i="0" u="none" strike="noStrike" cap="none">
                <a:solidFill>
                  <a:srgbClr val="000400"/>
                </a:solidFill>
                <a:latin typeface="Times New Roman" panose="02020603050405020304"/>
                <a:ea typeface="Times New Roman" panose="02020603050405020304"/>
                <a:cs typeface="Times New Roman" panose="02020603050405020304"/>
                <a:sym typeface="Times New Roman" panose="02020603050405020304"/>
              </a:rPr>
              <a:t>Self-Reflect</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 bg1="lt1" tx1="dk1" bg2="dk2" tx2="lt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14.jpg"/><Relationship Id="rId3" Type="http://schemas.openxmlformats.org/officeDocument/2006/relationships/notesSlide" Target="../notesSlides/notesSlide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 Id="rId3" Type="http://schemas.openxmlformats.org/officeDocument/2006/relationships/notesSlide" Target="../notesSlides/notesSlide1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15.jpg"/><Relationship Id="rId3" Type="http://schemas.openxmlformats.org/officeDocument/2006/relationships/notesSlide" Target="../notesSlides/notesSlide1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Google Shape;115;p3">
            <a:extLst>
              <a:ext uri="{FF2B5EF4-FFF2-40B4-BE49-F238E27FC236}">
                <a16:creationId xmlns:a16="http://schemas.microsoft.com/office/drawing/2014/main" id="{60834AC4-D321-3059-D7B1-A8785B7950FC}"/>
              </a:ext>
            </a:extLst>
          </p:cNvPr>
          <p:cNvSpPr/>
          <p:nvPr/>
        </p:nvSpPr>
        <p:spPr>
          <a:xfrm>
            <a:off x="1293991" y="4518"/>
            <a:ext cx="10898009" cy="637120"/>
          </a:xfrm>
          <a:prstGeom prst="rect">
            <a:avLst/>
          </a:prstGeom>
          <a:solidFill>
            <a:srgbClr val="FFCC99"/>
          </a:solidFill>
          <a:ln w="25400" cap="flat" cmpd="sng">
            <a:noFill/>
            <a:prstDash val="solid"/>
            <a:round/>
            <a:headEnd type="none" w="sm" len="sm"/>
            <a:tailEnd type="none" w="sm" len="sm"/>
          </a:ln>
        </p:spPr>
        <p:txBody>
          <a:bodyPr spcFirstLastPara="1" wrap="square" lIns="91425" tIns="45700" rIns="91425" bIns="45700" anchor="ctr" anchorCtr="0">
            <a:noAutofit/>
          </a:bodyPr>
          <a:lstStyle/>
          <a:p>
            <a:pPr lvl="0" algn="ctr">
              <a:buClr>
                <a:srgbClr val="000000"/>
              </a:buClr>
              <a:buSzPts val="1400"/>
              <a:defRPr/>
            </a:pPr>
            <a:endParaRPr kumimoji="0" sz="32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p:txBody>
      </p:sp>
      <p:sp>
        <p:nvSpPr>
          <p:cNvPr id="5" name="TextBox 4"/>
          <p:cNvSpPr txBox="1"/>
          <p:nvPr/>
        </p:nvSpPr>
        <p:spPr>
          <a:xfrm>
            <a:off x="1524166" y="3256326"/>
            <a:ext cx="10180154" cy="1569620"/>
          </a:xfrm>
          <a:prstGeom prst="rect">
            <a:avLst/>
          </a:prstGeom>
          <a:noFill/>
        </p:spPr>
        <p:txBody>
          <a:bodyPr wrap="square" lIns="63500" rIns="63500" tIns="38100" bIns="38100" anchor="b">
            <a:noAutofit/>
          </a:bodyPr>
          <a:lstStyle/>
          <a:p>
            <a:pPr marL="0" indent="0" algn="l">
              <a:lnSpc>
                <a:spcPct val="100000"/>
              </a:lnSpc>
              <a:spcAft>
                <a:spcPts val="0"/>
              </a:spcAft>
              <a:buNone/>
            </a:pPr>
            <a:r>
              <a:rPr sz="3200" b="1">
                <a:solidFill>
                  <a:srgbClr val="000000"/>
                </a:solidFill>
                <a:latin typeface="Times New Roman"/>
              </a:rPr>
              <a:t>Variables and Expressions</a:t>
            </a:r>
          </a:p>
        </p:txBody>
      </p:sp>
      <p:sp>
        <p:nvSpPr>
          <p:cNvPr id="6" name="TextBox 5"/>
          <p:cNvSpPr txBox="1"/>
          <p:nvPr/>
        </p:nvSpPr>
        <p:spPr>
          <a:xfrm>
            <a:off x="1429850" y="2189488"/>
            <a:ext cx="10815961" cy="1077178"/>
          </a:xfrm>
          <a:prstGeom prst="rect">
            <a:avLst/>
          </a:prstGeom>
          <a:noFill/>
        </p:spPr>
        <p:txBody>
          <a:bodyPr wrap="square" lIns="63500" rIns="63500" tIns="38100" bIns="38100" anchor="t">
            <a:noAutofit/>
          </a:bodyPr>
          <a:lstStyle/>
          <a:p>
            <a:pPr marL="0" indent="0" algn="l">
              <a:lnSpc>
                <a:spcPct val="100000"/>
              </a:lnSpc>
              <a:spcAft>
                <a:spcPts val="0"/>
              </a:spcAft>
              <a:buNone/>
            </a:pPr>
            <a:r>
              <a:rPr sz="3200" b="0">
                <a:solidFill>
                  <a:srgbClr val="000000"/>
                </a:solidFill>
                <a:latin typeface="Times New Roman"/>
              </a:rPr>
              <a:t>Grade 10 Science • Lesson 1 of 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Google Shape;115;p3">
            <a:extLst>
              <a:ext uri="{FF2B5EF4-FFF2-40B4-BE49-F238E27FC236}">
                <a16:creationId xmlns:a16="http://schemas.microsoft.com/office/drawing/2014/main" id="{B39CB551-242C-E80A-F642-B5DD0B809CA6}"/>
              </a:ext>
            </a:extLst>
          </p:cNvPr>
          <p:cNvSpPr/>
          <p:nvPr/>
        </p:nvSpPr>
        <p:spPr>
          <a:xfrm>
            <a:off x="1293991" y="25510"/>
            <a:ext cx="10898009" cy="811249"/>
          </a:xfrm>
          <a:prstGeom prst="rect">
            <a:avLst/>
          </a:prstGeom>
          <a:solidFill>
            <a:schemeClr val="accent5">
              <a:lumMod val="20000"/>
              <a:lumOff val="80000"/>
            </a:schemeClr>
          </a:solidFill>
          <a:ln w="25400" cap="flat" cmpd="sng">
            <a:noFill/>
            <a:prstDash val="solid"/>
            <a:round/>
            <a:headEnd type="none" w="sm" len="sm"/>
            <a:tailEnd type="none" w="sm" len="sm"/>
          </a:ln>
        </p:spPr>
        <p:txBody>
          <a:bodyPr spcFirstLastPara="1" wrap="square" lIns="91425" tIns="45700" rIns="91425" bIns="45700" anchor="ctr" anchorCtr="0">
            <a:noAutofit/>
          </a:bodyPr>
          <a:lstStyle/>
          <a:p>
            <a:pPr lvl="0" algn="ctr">
              <a:buClr>
                <a:srgbClr val="000000"/>
              </a:buClr>
              <a:buSzPts val="1400"/>
              <a:defRPr/>
            </a:pPr>
            <a:r>
              <a:rPr lang="en-US" sz="3200">
                <a:solidFill>
                  <a:srgbClr val="000000"/>
                </a:solidFill>
              </a:rPr>
              <a:t/>
            </a:r>
            <a:endParaRPr lang="en-US" sz="3200" b="1"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endParaRPr>
          </a:p>
        </p:txBody>
      </p:sp>
      <p:sp>
        <p:nvSpPr>
          <p:cNvPr id="5" name="TextBox 4"/>
          <p:cNvSpPr txBox="1"/>
          <p:nvPr/>
        </p:nvSpPr>
        <p:spPr>
          <a:xfrm>
            <a:off x="1603326" y="80374"/>
            <a:ext cx="10274172" cy="701521"/>
          </a:xfrm>
          <a:prstGeom prst="rect">
            <a:avLst/>
          </a:prstGeom>
          <a:noFill/>
        </p:spPr>
        <p:txBody>
          <a:bodyPr wrap="square" lIns="63500" rIns="63500" tIns="38100" bIns="38100" anchor="ctr">
            <a:noAutofit/>
          </a:bodyPr>
          <a:lstStyle/>
          <a:p>
            <a:pPr marL="0" indent="0" algn="l">
              <a:lnSpc>
                <a:spcPct val="100000"/>
              </a:lnSpc>
              <a:spcAft>
                <a:spcPts val="0"/>
              </a:spcAft>
              <a:buNone/>
            </a:pPr>
            <a:r>
              <a:rPr sz="3200" b="1">
                <a:solidFill>
                  <a:srgbClr val="000000"/>
                </a:solidFill>
                <a:latin typeface="Arial"/>
              </a:rPr>
              <a:t>Retrieval Check</a:t>
            </a:r>
          </a:p>
        </p:txBody>
      </p:sp>
      <p:sp>
        <p:nvSpPr>
          <p:cNvPr id="6" name="TextBox 5"/>
          <p:cNvSpPr txBox="1"/>
          <p:nvPr/>
        </p:nvSpPr>
        <p:spPr>
          <a:xfrm>
            <a:off x="1603326" y="1028700"/>
            <a:ext cx="10274172" cy="5486400"/>
          </a:xfrm>
          <a:prstGeom prst="rect">
            <a:avLst/>
          </a:prstGeom>
          <a:noFill/>
        </p:spPr>
        <p:txBody>
          <a:bodyPr wrap="square" lIns="63500" rIns="63500" tIns="38100" bIns="38100" anchor="ctr">
            <a:noAutofit/>
          </a:bodyPr>
          <a:lstStyle/>
          <a:p>
            <a:pPr marL="228600" indent="-205740" algn="l">
              <a:lnSpc>
                <a:spcPct val="112000"/>
              </a:lnSpc>
              <a:spcAft>
                <a:spcPts val="1560"/>
              </a:spcAft>
              <a:buClr>
                <a:srgbClr val="0000FF"/>
              </a:buClr>
              <a:buFont typeface="Arial"/>
              <a:buChar char="•"/>
            </a:pPr>
            <a:r>
              <a:rPr sz="2600">
                <a:solidFill>
                  <a:srgbClr val="202938"/>
                </a:solidFill>
                <a:latin typeface="Arial"/>
              </a:rPr>
              <a:t>Order of operations: multiply before adding. In 3 × 4 + 2, calculate 12 + 2 = 14.</a:t>
            </a:r>
          </a:p>
          <a:p>
            <a:pPr>
              <a:lnSpc>
                <a:spcPct val="112000"/>
              </a:lnSpc>
              <a:spcAft>
                <a:spcPts val="1560"/>
              </a:spcAft>
            </a:pPr>
            <a:r>
              <a:rPr sz="2600">
                <a:solidFill>
                  <a:srgbClr val="202938"/>
                </a:solidFill>
                <a:latin typeface="Arial"/>
              </a:rPr>
              <a:t>Unit conversion: 1000 mL = 1 L, so 2500 mL = 2.5 L. Keep the unit in your answer.</a:t>
            </a:r>
          </a:p>
          <a:p>
            <a:pPr>
              <a:lnSpc>
                <a:spcPct val="112000"/>
              </a:lnSpc>
              <a:spcAft>
                <a:spcPts val="1560"/>
              </a:spcAft>
            </a:pPr>
            <a:r>
              <a:rPr sz="2600">
                <a:solidFill>
                  <a:srgbClr val="202938"/>
                </a:solidFill>
                <a:latin typeface="Arial"/>
              </a:rPr>
              <a:t>A reading of 38°C gives a temperature. The number can change; °C identifies the measurement unit.</a:t>
            </a:r>
          </a:p>
          <a:p>
            <a:pPr>
              <a:lnSpc>
                <a:spcPct val="112000"/>
              </a:lnSpc>
              <a:spcAft>
                <a:spcPts val="1560"/>
              </a:spcAft>
            </a:pPr>
            <a:r>
              <a:rPr sz="2600">
                <a:solidFill>
                  <a:srgbClr val="202938"/>
                </a:solidFill>
                <a:latin typeface="Arial"/>
              </a:rPr>
              <a:t>Bridge to algebra: write temperature as T and volume as V. A letter represents a quantity, not an object.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Google Shape;115;p3">
            <a:extLst>
              <a:ext uri="{FF2B5EF4-FFF2-40B4-BE49-F238E27FC236}">
                <a16:creationId xmlns:a16="http://schemas.microsoft.com/office/drawing/2014/main" id="{EB91F58B-CC33-3641-6989-29218724AA84}"/>
              </a:ext>
            </a:extLst>
          </p:cNvPr>
          <p:cNvSpPr/>
          <p:nvPr/>
        </p:nvSpPr>
        <p:spPr>
          <a:xfrm>
            <a:off x="1293991" y="4517"/>
            <a:ext cx="10898009" cy="811249"/>
          </a:xfrm>
          <a:prstGeom prst="rect">
            <a:avLst/>
          </a:prstGeom>
          <a:solidFill>
            <a:srgbClr val="C5FBC2"/>
          </a:solidFill>
          <a:ln w="25400" cap="flat" cmpd="sng">
            <a:noFill/>
            <a:prstDash val="solid"/>
            <a:round/>
            <a:headEnd type="none" w="sm" len="sm"/>
            <a:tailEnd type="none" w="sm" len="sm"/>
          </a:ln>
        </p:spPr>
        <p:txBody>
          <a:bodyPr spcFirstLastPara="1" wrap="square" lIns="91425" tIns="45700" rIns="91425" bIns="45700" anchor="ctr" anchorCtr="0">
            <a:noAutofit/>
          </a:bodyPr>
          <a:lstStyle/>
          <a:p>
            <a:r>
              <a:rPr lang="en-US" sz="3200" dirty="0">
                <a:solidFill>
                  <a:srgbClr val="000000"/>
                </a:solidFill>
                <a:cs typeface="Calibri" panose="020F0502020204030204" pitchFamily="34" charset="0"/>
              </a:rPr>
              <a:t/>
            </a:r>
          </a:p>
        </p:txBody>
      </p:sp>
      <p:sp>
        <p:nvSpPr>
          <p:cNvPr id="5" name="TextBox 4"/>
          <p:cNvSpPr txBox="1"/>
          <p:nvPr/>
        </p:nvSpPr>
        <p:spPr>
          <a:xfrm>
            <a:off x="1603322" y="59381"/>
            <a:ext cx="10289226" cy="701521"/>
          </a:xfrm>
          <a:prstGeom prst="rect">
            <a:avLst/>
          </a:prstGeom>
          <a:noFill/>
        </p:spPr>
        <p:txBody>
          <a:bodyPr wrap="square" lIns="63500" rIns="63500" tIns="38100" bIns="38100" anchor="ctr">
            <a:noAutofit/>
          </a:bodyPr>
          <a:lstStyle/>
          <a:p>
            <a:pPr marL="0" indent="0" algn="l">
              <a:lnSpc>
                <a:spcPct val="100000"/>
              </a:lnSpc>
              <a:spcAft>
                <a:spcPts val="0"/>
              </a:spcAft>
              <a:buNone/>
            </a:pPr>
            <a:r>
              <a:rPr sz="3200" b="1">
                <a:solidFill>
                  <a:srgbClr val="000000"/>
                </a:solidFill>
                <a:latin typeface="Calibri"/>
              </a:rPr>
              <a:t>WALT and WILF</a:t>
            </a:r>
          </a:p>
        </p:txBody>
      </p:sp>
      <p:sp>
        <p:nvSpPr>
          <p:cNvPr id="6" name="Rectangle 5"/>
          <p:cNvSpPr/>
          <p:nvPr/>
        </p:nvSpPr>
        <p:spPr>
          <a:xfrm>
            <a:off x="1603322" y="1028700"/>
            <a:ext cx="4925158" cy="1728216"/>
          </a:xfrm>
          <a:prstGeom prst="rect">
            <a:avLst/>
          </a:prstGeom>
          <a:solidFill>
            <a:srgbClr val="D0D0F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Oval 6"/>
          <p:cNvSpPr/>
          <p:nvPr/>
        </p:nvSpPr>
        <p:spPr>
          <a:xfrm>
            <a:off x="1749626" y="1601343"/>
            <a:ext cx="582930" cy="582930"/>
          </a:xfrm>
          <a:prstGeom prst="ellipse">
            <a:avLst/>
          </a:prstGeom>
          <a:solidFill>
            <a:srgbClr val="0000FF"/>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2700" rIns="12700" tIns="7620" bIns="7620">
            <a:noAutofit/>
          </a:bodyPr>
          <a:lstStyle/>
          <a:p>
            <a:pPr algn="ctr" marL="0" indent="0">
              <a:lnSpc>
                <a:spcPct val="100000"/>
              </a:lnSpc>
              <a:spcAft>
                <a:spcPts val="800"/>
              </a:spcAft>
              <a:buNone/>
            </a:pPr>
            <a:r>
              <a:rPr sz="2290" b="1">
                <a:solidFill>
                  <a:srgbClr val="FFFFFF"/>
                </a:solidFill>
                <a:latin typeface="Calibri"/>
              </a:rPr>
              <a:t>1</a:t>
            </a:r>
          </a:p>
        </p:txBody>
      </p:sp>
      <p:sp>
        <p:nvSpPr>
          <p:cNvPr id="8" name="TextBox 7"/>
          <p:cNvSpPr txBox="1"/>
          <p:nvPr/>
        </p:nvSpPr>
        <p:spPr>
          <a:xfrm>
            <a:off x="2478860" y="1028700"/>
            <a:ext cx="3903317" cy="1728216"/>
          </a:xfrm>
          <a:prstGeom prst="rect">
            <a:avLst/>
          </a:prstGeom>
          <a:noFill/>
        </p:spPr>
        <p:txBody>
          <a:bodyPr wrap="square" lIns="63500" rIns="63500" tIns="38100" bIns="38100" anchor="ctr">
            <a:noAutofit/>
          </a:bodyPr>
          <a:lstStyle/>
          <a:p>
            <a:pPr marL="0" indent="0" algn="l">
              <a:lnSpc>
                <a:spcPct val="100000"/>
              </a:lnSpc>
              <a:spcAft>
                <a:spcPts val="0"/>
              </a:spcAft>
              <a:buNone/>
            </a:pPr>
            <a:r>
              <a:rPr sz="2000" b="0">
                <a:solidFill>
                  <a:srgbClr val="111827"/>
                </a:solidFill>
                <a:latin typeface="Calibri"/>
              </a:rPr>
              <a:t>WALT identify variables, constants and coefficients.</a:t>
            </a:r>
          </a:p>
        </p:txBody>
      </p:sp>
      <p:sp>
        <p:nvSpPr>
          <p:cNvPr id="9" name="Rectangle 8"/>
          <p:cNvSpPr/>
          <p:nvPr/>
        </p:nvSpPr>
        <p:spPr>
          <a:xfrm>
            <a:off x="1603322" y="2907792"/>
            <a:ext cx="4925158" cy="1728216"/>
          </a:xfrm>
          <a:prstGeom prst="rect">
            <a:avLst/>
          </a:prstGeom>
          <a:solidFill>
            <a:srgbClr val="D0D0F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Oval 9"/>
          <p:cNvSpPr/>
          <p:nvPr/>
        </p:nvSpPr>
        <p:spPr>
          <a:xfrm>
            <a:off x="1749626" y="3480435"/>
            <a:ext cx="582930" cy="582930"/>
          </a:xfrm>
          <a:prstGeom prst="ellipse">
            <a:avLst/>
          </a:prstGeom>
          <a:solidFill>
            <a:srgbClr val="0000FF"/>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2700" rIns="12700" tIns="7620" bIns="7620">
            <a:noAutofit/>
          </a:bodyPr>
          <a:lstStyle/>
          <a:p>
            <a:pPr algn="ctr" marL="0" indent="0">
              <a:lnSpc>
                <a:spcPct val="100000"/>
              </a:lnSpc>
              <a:spcAft>
                <a:spcPts val="800"/>
              </a:spcAft>
              <a:buNone/>
            </a:pPr>
            <a:r>
              <a:rPr sz="2290" b="1">
                <a:solidFill>
                  <a:srgbClr val="FFFFFF"/>
                </a:solidFill>
                <a:latin typeface="Calibri"/>
              </a:rPr>
              <a:t>2</a:t>
            </a:r>
          </a:p>
        </p:txBody>
      </p:sp>
      <p:sp>
        <p:nvSpPr>
          <p:cNvPr id="11" name="TextBox 10"/>
          <p:cNvSpPr txBox="1"/>
          <p:nvPr/>
        </p:nvSpPr>
        <p:spPr>
          <a:xfrm>
            <a:off x="2478860" y="2907792"/>
            <a:ext cx="3903317" cy="1728216"/>
          </a:xfrm>
          <a:prstGeom prst="rect">
            <a:avLst/>
          </a:prstGeom>
          <a:noFill/>
        </p:spPr>
        <p:txBody>
          <a:bodyPr wrap="square" lIns="63500" rIns="63500" tIns="38100" bIns="38100" anchor="ctr">
            <a:noAutofit/>
          </a:bodyPr>
          <a:lstStyle/>
          <a:p>
            <a:pPr marL="0" indent="0" algn="l">
              <a:lnSpc>
                <a:spcPct val="100000"/>
              </a:lnSpc>
              <a:spcAft>
                <a:spcPts val="0"/>
              </a:spcAft>
              <a:buNone/>
            </a:pPr>
            <a:r>
              <a:rPr sz="2000" b="0">
                <a:solidFill>
                  <a:srgbClr val="111827"/>
                </a:solidFill>
                <a:latin typeface="Calibri"/>
              </a:rPr>
              <a:t>WALT write expressions from science contexts.</a:t>
            </a:r>
          </a:p>
        </p:txBody>
      </p:sp>
      <p:sp>
        <p:nvSpPr>
          <p:cNvPr id="12" name="Rectangle 11"/>
          <p:cNvSpPr/>
          <p:nvPr/>
        </p:nvSpPr>
        <p:spPr>
          <a:xfrm>
            <a:off x="1603322" y="4786884"/>
            <a:ext cx="4925158" cy="1728216"/>
          </a:xfrm>
          <a:prstGeom prst="rect">
            <a:avLst/>
          </a:prstGeom>
          <a:solidFill>
            <a:srgbClr val="D0D0F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Oval 12"/>
          <p:cNvSpPr/>
          <p:nvPr/>
        </p:nvSpPr>
        <p:spPr>
          <a:xfrm>
            <a:off x="1749626" y="5359527"/>
            <a:ext cx="582930" cy="582930"/>
          </a:xfrm>
          <a:prstGeom prst="ellipse">
            <a:avLst/>
          </a:prstGeom>
          <a:solidFill>
            <a:srgbClr val="0000FF"/>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2700" rIns="12700" tIns="7620" bIns="7620">
            <a:noAutofit/>
          </a:bodyPr>
          <a:lstStyle/>
          <a:p>
            <a:pPr algn="ctr" marL="0" indent="0">
              <a:lnSpc>
                <a:spcPct val="100000"/>
              </a:lnSpc>
              <a:spcAft>
                <a:spcPts val="800"/>
              </a:spcAft>
              <a:buNone/>
            </a:pPr>
            <a:r>
              <a:rPr sz="2290" b="1">
                <a:solidFill>
                  <a:srgbClr val="FFFFFF"/>
                </a:solidFill>
                <a:latin typeface="Calibri"/>
              </a:rPr>
              <a:t>3</a:t>
            </a:r>
          </a:p>
        </p:txBody>
      </p:sp>
      <p:sp>
        <p:nvSpPr>
          <p:cNvPr id="14" name="TextBox 13"/>
          <p:cNvSpPr txBox="1"/>
          <p:nvPr/>
        </p:nvSpPr>
        <p:spPr>
          <a:xfrm>
            <a:off x="2478860" y="4786884"/>
            <a:ext cx="3903317" cy="1728216"/>
          </a:xfrm>
          <a:prstGeom prst="rect">
            <a:avLst/>
          </a:prstGeom>
          <a:noFill/>
        </p:spPr>
        <p:txBody>
          <a:bodyPr wrap="square" lIns="63500" rIns="63500" tIns="38100" bIns="38100" anchor="ctr">
            <a:noAutofit/>
          </a:bodyPr>
          <a:lstStyle/>
          <a:p>
            <a:pPr marL="0" indent="0" algn="l">
              <a:lnSpc>
                <a:spcPct val="100000"/>
              </a:lnSpc>
              <a:spcAft>
                <a:spcPts val="0"/>
              </a:spcAft>
              <a:buNone/>
            </a:pPr>
            <a:r>
              <a:rPr sz="2000" b="0">
                <a:solidFill>
                  <a:srgbClr val="111827"/>
                </a:solidFill>
                <a:latin typeface="Calibri"/>
              </a:rPr>
              <a:t>WALT substitute values and calculate answers.</a:t>
            </a:r>
          </a:p>
        </p:txBody>
      </p:sp>
      <p:sp>
        <p:nvSpPr>
          <p:cNvPr id="15" name="Rectangle 14"/>
          <p:cNvSpPr/>
          <p:nvPr/>
        </p:nvSpPr>
        <p:spPr>
          <a:xfrm>
            <a:off x="6967390" y="2530602"/>
            <a:ext cx="4925158" cy="1165860"/>
          </a:xfrm>
          <a:prstGeom prst="rect">
            <a:avLst/>
          </a:prstGeom>
          <a:solidFill>
            <a:srgbClr val="D0D0F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Oval 15"/>
          <p:cNvSpPr/>
          <p:nvPr/>
        </p:nvSpPr>
        <p:spPr>
          <a:xfrm>
            <a:off x="7113694" y="2822067"/>
            <a:ext cx="582930" cy="582930"/>
          </a:xfrm>
          <a:prstGeom prst="ellipse">
            <a:avLst/>
          </a:prstGeom>
          <a:solidFill>
            <a:srgbClr val="0000FF"/>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2700" rIns="12700" tIns="7620" bIns="7620">
            <a:noAutofit/>
          </a:bodyPr>
          <a:lstStyle/>
          <a:p>
            <a:pPr algn="ctr" marL="0" indent="0">
              <a:lnSpc>
                <a:spcPct val="100000"/>
              </a:lnSpc>
              <a:spcAft>
                <a:spcPts val="800"/>
              </a:spcAft>
              <a:buNone/>
            </a:pPr>
            <a:r>
              <a:rPr sz="2290" b="1">
                <a:solidFill>
                  <a:srgbClr val="FFFFFF"/>
                </a:solidFill>
                <a:latin typeface="Calibri"/>
              </a:rPr>
              <a:t>4</a:t>
            </a:r>
          </a:p>
        </p:txBody>
      </p:sp>
      <p:sp>
        <p:nvSpPr>
          <p:cNvPr id="17" name="TextBox 16"/>
          <p:cNvSpPr txBox="1"/>
          <p:nvPr/>
        </p:nvSpPr>
        <p:spPr>
          <a:xfrm>
            <a:off x="7842928" y="2530602"/>
            <a:ext cx="3903317" cy="1165860"/>
          </a:xfrm>
          <a:prstGeom prst="rect">
            <a:avLst/>
          </a:prstGeom>
          <a:noFill/>
        </p:spPr>
        <p:txBody>
          <a:bodyPr wrap="square" lIns="63500" rIns="63500" tIns="38100" bIns="38100" anchor="ctr">
            <a:noAutofit/>
          </a:bodyPr>
          <a:lstStyle/>
          <a:p>
            <a:pPr marL="0" indent="0" algn="l">
              <a:lnSpc>
                <a:spcPct val="100000"/>
              </a:lnSpc>
              <a:spcAft>
                <a:spcPts val="0"/>
              </a:spcAft>
              <a:buNone/>
            </a:pPr>
            <a:r>
              <a:rPr sz="2000" b="0">
                <a:solidFill>
                  <a:srgbClr val="111827"/>
                </a:solidFill>
                <a:latin typeface="Calibri"/>
              </a:rPr>
              <a:t>WILF I can name each part correctly.</a:t>
            </a:r>
          </a:p>
        </p:txBody>
      </p:sp>
      <p:sp>
        <p:nvSpPr>
          <p:cNvPr id="18" name="Rectangle 17"/>
          <p:cNvSpPr/>
          <p:nvPr/>
        </p:nvSpPr>
        <p:spPr>
          <a:xfrm>
            <a:off x="6967390" y="3847338"/>
            <a:ext cx="4925158" cy="1165860"/>
          </a:xfrm>
          <a:prstGeom prst="rect">
            <a:avLst/>
          </a:prstGeom>
          <a:solidFill>
            <a:srgbClr val="D0D0F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Oval 18"/>
          <p:cNvSpPr/>
          <p:nvPr/>
        </p:nvSpPr>
        <p:spPr>
          <a:xfrm>
            <a:off x="7113694" y="4138803"/>
            <a:ext cx="582930" cy="582930"/>
          </a:xfrm>
          <a:prstGeom prst="ellipse">
            <a:avLst/>
          </a:prstGeom>
          <a:solidFill>
            <a:srgbClr val="0000FF"/>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2700" rIns="12700" tIns="7620" bIns="7620">
            <a:noAutofit/>
          </a:bodyPr>
          <a:lstStyle/>
          <a:p>
            <a:pPr algn="ctr" marL="0" indent="0">
              <a:lnSpc>
                <a:spcPct val="100000"/>
              </a:lnSpc>
              <a:spcAft>
                <a:spcPts val="800"/>
              </a:spcAft>
              <a:buNone/>
            </a:pPr>
            <a:r>
              <a:rPr sz="2290" b="1">
                <a:solidFill>
                  <a:srgbClr val="FFFFFF"/>
                </a:solidFill>
                <a:latin typeface="Calibri"/>
              </a:rPr>
              <a:t>5</a:t>
            </a:r>
          </a:p>
        </p:txBody>
      </p:sp>
      <p:sp>
        <p:nvSpPr>
          <p:cNvPr id="20" name="TextBox 19"/>
          <p:cNvSpPr txBox="1"/>
          <p:nvPr/>
        </p:nvSpPr>
        <p:spPr>
          <a:xfrm>
            <a:off x="7842928" y="3847338"/>
            <a:ext cx="3903317" cy="1165860"/>
          </a:xfrm>
          <a:prstGeom prst="rect">
            <a:avLst/>
          </a:prstGeom>
          <a:noFill/>
        </p:spPr>
        <p:txBody>
          <a:bodyPr wrap="square" lIns="63500" rIns="63500" tIns="38100" bIns="38100" anchor="ctr">
            <a:noAutofit/>
          </a:bodyPr>
          <a:lstStyle/>
          <a:p>
            <a:pPr marL="0" indent="0" algn="l">
              <a:lnSpc>
                <a:spcPct val="100000"/>
              </a:lnSpc>
              <a:spcAft>
                <a:spcPts val="0"/>
              </a:spcAft>
              <a:buNone/>
            </a:pPr>
            <a:r>
              <a:rPr sz="2000" b="0">
                <a:solidFill>
                  <a:srgbClr val="111827"/>
                </a:solidFill>
                <a:latin typeface="Calibri"/>
              </a:rPr>
              <a:t>WILF I can write a matching expression.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Google Shape;115;p3">
            <a:extLst>
              <a:ext uri="{FF2B5EF4-FFF2-40B4-BE49-F238E27FC236}">
                <a16:creationId xmlns:a16="http://schemas.microsoft.com/office/drawing/2014/main" id="{E231E43B-B80D-40FF-762F-61856BA8186F}"/>
              </a:ext>
            </a:extLst>
          </p:cNvPr>
          <p:cNvSpPr/>
          <p:nvPr/>
        </p:nvSpPr>
        <p:spPr>
          <a:xfrm>
            <a:off x="1293991" y="-43262"/>
            <a:ext cx="10898009" cy="811249"/>
          </a:xfrm>
          <a:prstGeom prst="rect">
            <a:avLst/>
          </a:prstGeom>
          <a:solidFill>
            <a:schemeClr val="tx2">
              <a:lumMod val="20000"/>
              <a:lumOff val="80000"/>
            </a:schemeClr>
          </a:solidFill>
          <a:ln w="25400" cap="flat" cmpd="sng">
            <a:noFill/>
            <a:prstDash val="solid"/>
            <a:round/>
            <a:headEnd type="none" w="sm" len="sm"/>
            <a:tailEnd type="none" w="sm" len="sm"/>
          </a:ln>
        </p:spPr>
        <p:txBody>
          <a:bodyPr spcFirstLastPara="1" wrap="square" lIns="91425" tIns="45700" rIns="91425" bIns="45700" anchor="ctr" anchorCtr="0">
            <a:noAutofit/>
          </a:bodyPr>
          <a:lstStyle/>
          <a:p>
            <a:pPr lvl="0" algn="ctr">
              <a:buClr>
                <a:srgbClr val="000000"/>
              </a:buClr>
              <a:buSzPts val="1400"/>
              <a:defRPr/>
            </a:pPr>
            <a:endParaRPr kumimoji="0" sz="3200" b="0" i="0" u="none" strike="noStrike" kern="0" cap="none" spc="0" normalizeH="0" baseline="0" noProof="0" dirty="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p:txBody>
      </p:sp>
      <p:sp>
        <p:nvSpPr>
          <p:cNvPr id="5" name="TextBox 4"/>
          <p:cNvSpPr txBox="1"/>
          <p:nvPr/>
        </p:nvSpPr>
        <p:spPr>
          <a:xfrm>
            <a:off x="1603035" y="54864"/>
            <a:ext cx="10274400" cy="701521"/>
          </a:xfrm>
          <a:prstGeom prst="rect">
            <a:avLst/>
          </a:prstGeom>
          <a:noFill/>
        </p:spPr>
        <p:txBody>
          <a:bodyPr wrap="square" lIns="63500" rIns="63500" tIns="38100" bIns="38100" anchor="ctr">
            <a:noAutofit/>
          </a:bodyPr>
          <a:lstStyle/>
          <a:p>
            <a:pPr marL="0" indent="0" algn="l">
              <a:lnSpc>
                <a:spcPct val="100000"/>
              </a:lnSpc>
              <a:spcAft>
                <a:spcPts val="0"/>
              </a:spcAft>
              <a:buNone/>
            </a:pPr>
            <a:r>
              <a:rPr sz="3200" b="1">
                <a:solidFill>
                  <a:srgbClr val="000000"/>
                </a:solidFill>
                <a:latin typeface="Arial"/>
              </a:rPr>
              <a:t>Key Vocabulary</a:t>
            </a:r>
          </a:p>
        </p:txBody>
      </p:sp>
      <p:graphicFrame>
        <p:nvGraphicFramePr>
          <p:cNvPr id="6" name="Table 5"/>
          <p:cNvGraphicFramePr>
            <a:graphicFrameLocks noGrp="1"/>
          </p:cNvGraphicFramePr>
          <p:nvPr/>
        </p:nvGraphicFramePr>
        <p:xfrm>
          <a:off x="1603035" y="1028700"/>
          <a:ext cx="10274400" cy="5486400"/>
        </p:xfrm>
        <a:graphic>
          <a:graphicData uri="http://schemas.openxmlformats.org/drawingml/2006/table">
            <a:tbl>
              <a:tblPr firstRow="1" bandRow="0">
                <a:tableStyleId>{5C22544A-7EE6-4342-B048-85BDC9FD1C3A}</a:tableStyleId>
              </a:tblPr>
              <a:tblGrid>
                <a:gridCol w="5137200"/>
                <a:gridCol w="5137200"/>
              </a:tblGrid>
              <a:tr h="914400">
                <a:tc>
                  <a:txBody>
                    <a:bodyPr wrap="square"/>
                    <a:lstStyle/>
                    <a:p>
                      <a:pPr marL="0" indent="0" algn="l">
                        <a:lnSpc>
                          <a:spcPct val="100000"/>
                        </a:lnSpc>
                        <a:spcAft>
                          <a:spcPts val="0"/>
                        </a:spcAft>
                        <a:buNone/>
                      </a:pPr>
                      <a:r>
                        <a:rPr sz="2000" b="1">
                          <a:solidFill>
                            <a:srgbClr val="FFFFFF"/>
                          </a:solidFill>
                          <a:latin typeface="Calibri"/>
                        </a:rPr>
                        <a:t>Term</a:t>
                      </a:r>
                    </a:p>
                  </a:txBody>
                  <a:tcPr marL="76200" marR="76200" marT="38100" marB="38100" anchor="ctr">
                    <a:solidFill>
                      <a:srgbClr val="0000FF"/>
                    </a:solidFill>
                  </a:tcPr>
                </a:tc>
                <a:tc>
                  <a:txBody>
                    <a:bodyPr wrap="square"/>
                    <a:lstStyle/>
                    <a:p>
                      <a:pPr marL="0" indent="0" algn="l">
                        <a:lnSpc>
                          <a:spcPct val="100000"/>
                        </a:lnSpc>
                        <a:spcAft>
                          <a:spcPts val="0"/>
                        </a:spcAft>
                        <a:buNone/>
                      </a:pPr>
                      <a:r>
                        <a:rPr sz="2000" b="1">
                          <a:solidFill>
                            <a:srgbClr val="FFFFFF"/>
                          </a:solidFill>
                          <a:latin typeface="Calibri"/>
                        </a:rPr>
                        <a:t>Meaning</a:t>
                      </a:r>
                    </a:p>
                  </a:txBody>
                  <a:tcPr marL="76200" marR="76200" marT="38100" marB="38100" anchor="ctr">
                    <a:solidFill>
                      <a:srgbClr val="0000FF"/>
                    </a:solidFill>
                  </a:tcPr>
                </a:tc>
              </a:tr>
              <a:tr h="914400">
                <a:tc>
                  <a:txBody>
                    <a:bodyPr wrap="square"/>
                    <a:lstStyle/>
                    <a:p>
                      <a:pPr marL="0" indent="0" algn="l">
                        <a:lnSpc>
                          <a:spcPct val="100000"/>
                        </a:lnSpc>
                        <a:spcAft>
                          <a:spcPts val="0"/>
                        </a:spcAft>
                        <a:buNone/>
                      </a:pPr>
                      <a:r>
                        <a:rPr sz="2000" b="1">
                          <a:solidFill>
                            <a:srgbClr val="111827"/>
                          </a:solidFill>
                          <a:latin typeface="Calibri"/>
                        </a:rPr>
                        <a:t>variable</a:t>
                      </a:r>
                    </a:p>
                  </a:txBody>
                  <a:tcPr marL="76200" marR="76200" marT="38100" marB="38100" anchor="ctr">
                    <a:solidFill>
                      <a:srgbClr val="E5E5F3"/>
                    </a:solidFill>
                  </a:tcPr>
                </a:tc>
                <a:tc>
                  <a:txBody>
                    <a:bodyPr wrap="square"/>
                    <a:lstStyle/>
                    <a:p>
                      <a:pPr marL="0" indent="0" algn="l">
                        <a:lnSpc>
                          <a:spcPct val="100000"/>
                        </a:lnSpc>
                        <a:spcAft>
                          <a:spcPts val="0"/>
                        </a:spcAft>
                        <a:buNone/>
                      </a:pPr>
                      <a:r>
                        <a:rPr sz="2000" b="0">
                          <a:solidFill>
                            <a:srgbClr val="111827"/>
                          </a:solidFill>
                          <a:latin typeface="Calibri"/>
                        </a:rPr>
                        <a:t>A symbol for a quantity that can change.</a:t>
                      </a:r>
                    </a:p>
                  </a:txBody>
                  <a:tcPr marL="76200" marR="76200" marT="38100" marB="38100" anchor="ctr">
                    <a:solidFill>
                      <a:srgbClr val="E5E5F3"/>
                    </a:solidFill>
                  </a:tcPr>
                </a:tc>
              </a:tr>
              <a:tr h="914400">
                <a:tc>
                  <a:txBody>
                    <a:bodyPr wrap="square"/>
                    <a:lstStyle/>
                    <a:p>
                      <a:pPr marL="0" indent="0" algn="l">
                        <a:lnSpc>
                          <a:spcPct val="100000"/>
                        </a:lnSpc>
                        <a:spcAft>
                          <a:spcPts val="0"/>
                        </a:spcAft>
                        <a:buNone/>
                      </a:pPr>
                      <a:r>
                        <a:rPr sz="2000" b="1">
                          <a:solidFill>
                            <a:srgbClr val="111827"/>
                          </a:solidFill>
                          <a:latin typeface="Calibri"/>
                        </a:rPr>
                        <a:t>constant</a:t>
                      </a:r>
                    </a:p>
                  </a:txBody>
                  <a:tcPr marL="76200" marR="76200" marT="38100" marB="38100" anchor="ctr">
                    <a:solidFill>
                      <a:srgbClr val="D0D0F4"/>
                    </a:solidFill>
                  </a:tcPr>
                </a:tc>
                <a:tc>
                  <a:txBody>
                    <a:bodyPr wrap="square"/>
                    <a:lstStyle/>
                    <a:p>
                      <a:pPr marL="0" indent="0" algn="l">
                        <a:lnSpc>
                          <a:spcPct val="100000"/>
                        </a:lnSpc>
                        <a:spcAft>
                          <a:spcPts val="0"/>
                        </a:spcAft>
                        <a:buNone/>
                      </a:pPr>
                      <a:r>
                        <a:rPr sz="2000" b="0">
                          <a:solidFill>
                            <a:srgbClr val="111827"/>
                          </a:solidFill>
                          <a:latin typeface="Calibri"/>
                        </a:rPr>
                        <a:t>A number that stays fixed in one context.</a:t>
                      </a:r>
                    </a:p>
                  </a:txBody>
                  <a:tcPr marL="76200" marR="76200" marT="38100" marB="38100" anchor="ctr">
                    <a:solidFill>
                      <a:srgbClr val="D0D0F4"/>
                    </a:solidFill>
                  </a:tcPr>
                </a:tc>
              </a:tr>
              <a:tr h="914400">
                <a:tc>
                  <a:txBody>
                    <a:bodyPr wrap="square"/>
                    <a:lstStyle/>
                    <a:p>
                      <a:pPr marL="0" indent="0" algn="l">
                        <a:lnSpc>
                          <a:spcPct val="100000"/>
                        </a:lnSpc>
                        <a:spcAft>
                          <a:spcPts val="0"/>
                        </a:spcAft>
                        <a:buNone/>
                      </a:pPr>
                      <a:r>
                        <a:rPr sz="2000" b="1">
                          <a:solidFill>
                            <a:srgbClr val="111827"/>
                          </a:solidFill>
                          <a:latin typeface="Calibri"/>
                        </a:rPr>
                        <a:t>coefficient</a:t>
                      </a:r>
                    </a:p>
                  </a:txBody>
                  <a:tcPr marL="76200" marR="76200" marT="38100" marB="38100" anchor="ctr">
                    <a:solidFill>
                      <a:srgbClr val="E5E5F3"/>
                    </a:solidFill>
                  </a:tcPr>
                </a:tc>
                <a:tc>
                  <a:txBody>
                    <a:bodyPr wrap="square"/>
                    <a:lstStyle/>
                    <a:p>
                      <a:pPr marL="0" indent="0" algn="l">
                        <a:lnSpc>
                          <a:spcPct val="100000"/>
                        </a:lnSpc>
                        <a:spcAft>
                          <a:spcPts val="0"/>
                        </a:spcAft>
                        <a:buNone/>
                      </a:pPr>
                      <a:r>
                        <a:rPr sz="2000" b="0">
                          <a:solidFill>
                            <a:srgbClr val="111827"/>
                          </a:solidFill>
                          <a:latin typeface="Calibri"/>
                        </a:rPr>
                        <a:t>The number multiplying the variable directly.</a:t>
                      </a:r>
                    </a:p>
                  </a:txBody>
                  <a:tcPr marL="76200" marR="76200" marT="38100" marB="38100" anchor="ctr">
                    <a:solidFill>
                      <a:srgbClr val="E5E5F3"/>
                    </a:solidFill>
                  </a:tcPr>
                </a:tc>
              </a:tr>
              <a:tr h="914400">
                <a:tc>
                  <a:txBody>
                    <a:bodyPr wrap="square"/>
                    <a:lstStyle/>
                    <a:p>
                      <a:pPr marL="0" indent="0" algn="l">
                        <a:lnSpc>
                          <a:spcPct val="100000"/>
                        </a:lnSpc>
                        <a:spcAft>
                          <a:spcPts val="0"/>
                        </a:spcAft>
                        <a:buNone/>
                      </a:pPr>
                      <a:r>
                        <a:rPr sz="2000" b="1">
                          <a:solidFill>
                            <a:srgbClr val="111827"/>
                          </a:solidFill>
                          <a:latin typeface="Calibri"/>
                        </a:rPr>
                        <a:t>expression</a:t>
                      </a:r>
                    </a:p>
                  </a:txBody>
                  <a:tcPr marL="76200" marR="76200" marT="38100" marB="38100" anchor="ctr">
                    <a:solidFill>
                      <a:srgbClr val="D0D0F4"/>
                    </a:solidFill>
                  </a:tcPr>
                </a:tc>
                <a:tc>
                  <a:txBody>
                    <a:bodyPr wrap="square"/>
                    <a:lstStyle/>
                    <a:p>
                      <a:pPr marL="0" indent="0" algn="l">
                        <a:lnSpc>
                          <a:spcPct val="100000"/>
                        </a:lnSpc>
                        <a:spcAft>
                          <a:spcPts val="0"/>
                        </a:spcAft>
                        <a:buNone/>
                      </a:pPr>
                      <a:r>
                        <a:rPr sz="2000" b="0">
                          <a:solidFill>
                            <a:srgbClr val="111827"/>
                          </a:solidFill>
                          <a:latin typeface="Calibri"/>
                        </a:rPr>
                        <a:t>A calculation with variables, numbers and operations.</a:t>
                      </a:r>
                    </a:p>
                  </a:txBody>
                  <a:tcPr marL="76200" marR="76200" marT="38100" marB="38100" anchor="ctr">
                    <a:solidFill>
                      <a:srgbClr val="D0D0F4"/>
                    </a:solidFill>
                  </a:tcPr>
                </a:tc>
              </a:tr>
              <a:tr h="914400">
                <a:tc>
                  <a:txBody>
                    <a:bodyPr wrap="square"/>
                    <a:lstStyle/>
                    <a:p>
                      <a:pPr marL="0" indent="0" algn="l">
                        <a:lnSpc>
                          <a:spcPct val="100000"/>
                        </a:lnSpc>
                        <a:spcAft>
                          <a:spcPts val="0"/>
                        </a:spcAft>
                        <a:buNone/>
                      </a:pPr>
                      <a:r>
                        <a:rPr sz="2000" b="1">
                          <a:solidFill>
                            <a:srgbClr val="111827"/>
                          </a:solidFill>
                          <a:latin typeface="Calibri"/>
                        </a:rPr>
                        <a:t>substitute</a:t>
                      </a:r>
                    </a:p>
                  </a:txBody>
                  <a:tcPr marL="76200" marR="76200" marT="38100" marB="38100" anchor="ctr">
                    <a:solidFill>
                      <a:srgbClr val="E5E5F3"/>
                    </a:solidFill>
                  </a:tcPr>
                </a:tc>
                <a:tc>
                  <a:txBody>
                    <a:bodyPr wrap="square"/>
                    <a:lstStyle/>
                    <a:p>
                      <a:pPr marL="0" indent="0" algn="l">
                        <a:lnSpc>
                          <a:spcPct val="100000"/>
                        </a:lnSpc>
                        <a:spcAft>
                          <a:spcPts val="0"/>
                        </a:spcAft>
                        <a:buNone/>
                      </a:pPr>
                      <a:r>
                        <a:rPr sz="2000" b="0">
                          <a:solidFill>
                            <a:srgbClr val="111827"/>
                          </a:solidFill>
                          <a:latin typeface="Calibri"/>
                        </a:rPr>
                        <a:t>Replace a variable with a given value.</a:t>
                      </a:r>
                    </a:p>
                  </a:txBody>
                  <a:tcPr marL="76200" marR="76200" marT="38100" marB="38100" anchor="ctr">
                    <a:solidFill>
                      <a:srgbClr val="E5E5F3"/>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Google Shape;115;p3">
            <a:extLst>
              <a:ext uri="{FF2B5EF4-FFF2-40B4-BE49-F238E27FC236}">
                <a16:creationId xmlns:a16="http://schemas.microsoft.com/office/drawing/2014/main" id="{9192B271-5568-4147-9256-10E6049BA20B}"/>
              </a:ext>
            </a:extLst>
          </p:cNvPr>
          <p:cNvSpPr/>
          <p:nvPr/>
        </p:nvSpPr>
        <p:spPr>
          <a:xfrm>
            <a:off x="1293991" y="-43262"/>
            <a:ext cx="10898009" cy="811249"/>
          </a:xfrm>
          <a:prstGeom prst="rect">
            <a:avLst/>
          </a:prstGeom>
          <a:solidFill>
            <a:schemeClr val="tx2">
              <a:lumMod val="20000"/>
              <a:lumOff val="80000"/>
            </a:schemeClr>
          </a:solidFill>
          <a:ln w="25400" cap="flat" cmpd="sng">
            <a:noFill/>
            <a:prstDash val="solid"/>
            <a:round/>
            <a:headEnd type="none" w="sm" len="sm"/>
            <a:tailEnd type="none" w="sm" len="sm"/>
          </a:ln>
        </p:spPr>
        <p:txBody>
          <a:bodyPr spcFirstLastPara="1" wrap="square" lIns="91425" tIns="45700" rIns="91425" bIns="45700" anchor="ctr" anchorCtr="0">
            <a:noAutofit/>
          </a:bodyPr>
          <a:lstStyle/>
          <a:p>
            <a:pPr lvl="0" algn="ctr">
              <a:buClr>
                <a:srgbClr val="000000"/>
              </a:buClr>
              <a:buSzPts val="1400"/>
              <a:defRPr/>
            </a:pPr>
            <a:endParaRPr kumimoji="0" sz="3200" b="0" i="0" u="none" strike="noStrike" kern="0" cap="none" spc="0" normalizeH="0" baseline="0" noProof="0" dirty="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p:txBody>
      </p:sp>
      <p:sp>
        <p:nvSpPr>
          <p:cNvPr id="5" name="TextBox 4"/>
          <p:cNvSpPr txBox="1"/>
          <p:nvPr/>
        </p:nvSpPr>
        <p:spPr>
          <a:xfrm>
            <a:off x="1610660" y="54864"/>
            <a:ext cx="10266900" cy="701521"/>
          </a:xfrm>
          <a:prstGeom prst="rect">
            <a:avLst/>
          </a:prstGeom>
          <a:noFill/>
        </p:spPr>
        <p:txBody>
          <a:bodyPr wrap="square" lIns="63500" rIns="63500" tIns="38100" bIns="38100" anchor="ctr">
            <a:noAutofit/>
          </a:bodyPr>
          <a:lstStyle/>
          <a:p>
            <a:pPr marL="0" indent="0" algn="l">
              <a:lnSpc>
                <a:spcPct val="100000"/>
              </a:lnSpc>
              <a:spcAft>
                <a:spcPts val="0"/>
              </a:spcAft>
              <a:buNone/>
            </a:pPr>
            <a:r>
              <a:rPr sz="3200" b="1">
                <a:solidFill>
                  <a:srgbClr val="000000"/>
                </a:solidFill>
                <a:latin typeface="Arial"/>
              </a:rPr>
              <a:t>Variables Change</a:t>
            </a:r>
          </a:p>
        </p:txBody>
      </p:sp>
      <p:sp>
        <p:nvSpPr>
          <p:cNvPr id="6" name="TextBox 5"/>
          <p:cNvSpPr txBox="1"/>
          <p:nvPr/>
        </p:nvSpPr>
        <p:spPr>
          <a:xfrm>
            <a:off x="7086600" y="1028700"/>
            <a:ext cx="4800600" cy="5486400"/>
          </a:xfrm>
          <a:prstGeom prst="rect">
            <a:avLst/>
          </a:prstGeom>
          <a:noFill/>
        </p:spPr>
        <p:txBody>
          <a:bodyPr wrap="square" lIns="63500" rIns="63500" tIns="38100" bIns="38100" anchor="ctr">
            <a:noAutofit/>
          </a:bodyPr>
          <a:lstStyle/>
          <a:p>
            <a:pPr marL="457200" indent="-205740" algn="l">
              <a:lnSpc>
                <a:spcPct val="112000"/>
              </a:lnSpc>
              <a:spcAft>
                <a:spcPts val="1200"/>
              </a:spcAft>
              <a:buClr>
                <a:srgbClr val="0000FF"/>
              </a:buClr>
              <a:buFont typeface="Arial"/>
              <a:buChar char="•"/>
            </a:pPr>
            <a:r>
              <a:rPr sz="2000">
                <a:solidFill>
                  <a:srgbClr val="202938"/>
                </a:solidFill>
                <a:latin typeface="Arial"/>
              </a:rPr>
              <a:t>A variable represents a quantity that can change. Choose a letter and state what it measures.</a:t>
            </a:r>
          </a:p>
          <a:p>
            <a:pPr>
              <a:lnSpc>
                <a:spcPct val="112000"/>
              </a:lnSpc>
              <a:spcAft>
                <a:spcPts val="1200"/>
              </a:spcAft>
            </a:pPr>
            <a:r>
              <a:rPr sz="2000">
                <a:solidFill>
                  <a:srgbClr val="202938"/>
                </a:solidFill>
                <a:latin typeface="Arial"/>
              </a:rPr>
              <a:t>Let T represent temperature in °C. Illustrative readings T = 28 and T = 35 describe different values of the same variable.</a:t>
            </a:r>
          </a:p>
          <a:p>
            <a:pPr>
              <a:lnSpc>
                <a:spcPct val="112000"/>
              </a:lnSpc>
              <a:spcAft>
                <a:spcPts val="1200"/>
              </a:spcAft>
            </a:pPr>
            <a:r>
              <a:rPr sz="2000">
                <a:solidFill>
                  <a:srgbClr val="202938"/>
                </a:solidFill>
                <a:latin typeface="Arial"/>
              </a:rPr>
              <a:t>The change is 35 − 28 = 7°C. The letter remains T even when its value changes.</a:t>
            </a:r>
          </a:p>
          <a:p>
            <a:pPr>
              <a:lnSpc>
                <a:spcPct val="112000"/>
              </a:lnSpc>
              <a:spcAft>
                <a:spcPts val="1200"/>
              </a:spcAft>
            </a:pPr>
            <a:r>
              <a:rPr sz="2000">
                <a:solidFill>
                  <a:srgbClr val="202938"/>
                </a:solidFill>
                <a:latin typeface="Arial"/>
              </a:rPr>
              <a:t>Check: if V is volume in litres, V = 2.5 means a volume of 2.5 L. Include units when interpreting a value.</a:t>
            </a:r>
          </a:p>
        </p:txBody>
      </p:sp>
      <p:sp>
        <p:nvSpPr>
          <p:cNvPr id="7" name="Rounded Rectangle 6"/>
          <p:cNvSpPr/>
          <p:nvPr/>
        </p:nvSpPr>
        <p:spPr>
          <a:xfrm>
            <a:off x="1610660" y="1926449"/>
            <a:ext cx="5212080" cy="854145"/>
          </a:xfrm>
          <a:prstGeom prst="roundRect">
            <a:avLst/>
          </a:prstGeom>
          <a:solidFill>
            <a:srgbClr val="314CA3"/>
          </a:solidFill>
          <a:ln>
            <a:noFill/>
          </a:ln>
        </p:spPr>
        <p:style>
          <a:lnRef idx="1">
            <a:schemeClr val="accent1"/>
          </a:lnRef>
          <a:fillRef idx="3">
            <a:schemeClr val="accent1"/>
          </a:fillRef>
          <a:effectRef idx="2">
            <a:schemeClr val="accent1"/>
          </a:effectRef>
          <a:fontRef idx="minor">
            <a:schemeClr val="lt1"/>
          </a:fontRef>
        </p:style>
        <p:txBody>
          <a:bodyPr rtlCol="0" anchor="ctr" lIns="109728" rIns="109728"/>
          <a:lstStyle/>
          <a:p>
            <a:pPr algn="l"/>
            <a:r>
              <a:rPr sz="2400" b="1">
                <a:solidFill>
                  <a:srgbClr val="FFFFFF"/>
                </a:solidFill>
                <a:latin typeface="Arial"/>
              </a:rPr>
              <a:t>Temperature T (°C)</a:t>
            </a:r>
          </a:p>
        </p:txBody>
      </p:sp>
      <p:sp>
        <p:nvSpPr>
          <p:cNvPr id="8" name="Rounded Rectangle 7"/>
          <p:cNvSpPr/>
          <p:nvPr/>
        </p:nvSpPr>
        <p:spPr>
          <a:xfrm>
            <a:off x="1610660" y="2872034"/>
            <a:ext cx="5212080" cy="854145"/>
          </a:xfrm>
          <a:prstGeom prst="roundRect">
            <a:avLst/>
          </a:prstGeom>
          <a:solidFill>
            <a:srgbClr val="EEF2FF"/>
          </a:solidFill>
          <a:ln>
            <a:noFill/>
          </a:ln>
        </p:spPr>
        <p:style>
          <a:lnRef idx="1">
            <a:schemeClr val="accent1"/>
          </a:lnRef>
          <a:fillRef idx="3">
            <a:schemeClr val="accent1"/>
          </a:fillRef>
          <a:effectRef idx="2">
            <a:schemeClr val="accent1"/>
          </a:effectRef>
          <a:fontRef idx="minor">
            <a:schemeClr val="lt1"/>
          </a:fontRef>
        </p:style>
        <p:txBody>
          <a:bodyPr rtlCol="0" anchor="ctr" lIns="109728" rIns="109728"/>
          <a:lstStyle/>
          <a:p>
            <a:pPr algn="l"/>
            <a:r>
              <a:rPr sz="2000" b="0">
                <a:solidFill>
                  <a:srgbClr val="243458"/>
                </a:solidFill>
                <a:latin typeface="Arial"/>
              </a:rPr>
              <a:t>Illustrative reading: 28°C</a:t>
            </a:r>
          </a:p>
        </p:txBody>
      </p:sp>
      <p:sp>
        <p:nvSpPr>
          <p:cNvPr id="9" name="Rounded Rectangle 8"/>
          <p:cNvSpPr/>
          <p:nvPr/>
        </p:nvSpPr>
        <p:spPr>
          <a:xfrm>
            <a:off x="1610660" y="3817619"/>
            <a:ext cx="5212080" cy="854145"/>
          </a:xfrm>
          <a:prstGeom prst="roundRect">
            <a:avLst/>
          </a:prstGeom>
          <a:solidFill>
            <a:srgbClr val="EEF2FF"/>
          </a:solidFill>
          <a:ln>
            <a:noFill/>
          </a:ln>
        </p:spPr>
        <p:style>
          <a:lnRef idx="1">
            <a:schemeClr val="accent1"/>
          </a:lnRef>
          <a:fillRef idx="3">
            <a:schemeClr val="accent1"/>
          </a:fillRef>
          <a:effectRef idx="2">
            <a:schemeClr val="accent1"/>
          </a:effectRef>
          <a:fontRef idx="minor">
            <a:schemeClr val="lt1"/>
          </a:fontRef>
        </p:style>
        <p:txBody>
          <a:bodyPr rtlCol="0" anchor="ctr" lIns="109728" rIns="109728"/>
          <a:lstStyle/>
          <a:p>
            <a:pPr algn="l"/>
            <a:r>
              <a:rPr sz="2000" b="0">
                <a:solidFill>
                  <a:srgbClr val="243458"/>
                </a:solidFill>
                <a:latin typeface="Arial"/>
              </a:rPr>
              <a:t>Later illustrative reading: 35°C</a:t>
            </a:r>
          </a:p>
        </p:txBody>
      </p:sp>
      <p:sp>
        <p:nvSpPr>
          <p:cNvPr id="10" name="Rounded Rectangle 9"/>
          <p:cNvSpPr/>
          <p:nvPr/>
        </p:nvSpPr>
        <p:spPr>
          <a:xfrm>
            <a:off x="1610660" y="4763204"/>
            <a:ext cx="5212080" cy="854145"/>
          </a:xfrm>
          <a:prstGeom prst="roundRect">
            <a:avLst/>
          </a:prstGeom>
          <a:solidFill>
            <a:srgbClr val="EEF2FF"/>
          </a:solidFill>
          <a:ln>
            <a:noFill/>
          </a:ln>
        </p:spPr>
        <p:style>
          <a:lnRef idx="1">
            <a:schemeClr val="accent1"/>
          </a:lnRef>
          <a:fillRef idx="3">
            <a:schemeClr val="accent1"/>
          </a:fillRef>
          <a:effectRef idx="2">
            <a:schemeClr val="accent1"/>
          </a:effectRef>
          <a:fontRef idx="minor">
            <a:schemeClr val="lt1"/>
          </a:fontRef>
        </p:style>
        <p:txBody>
          <a:bodyPr rtlCol="0" anchor="ctr" lIns="109728" rIns="109728"/>
          <a:lstStyle/>
          <a:p>
            <a:pPr algn="l"/>
            <a:r>
              <a:rPr sz="2000" b="0">
                <a:solidFill>
                  <a:srgbClr val="243458"/>
                </a:solidFill>
                <a:latin typeface="Arial"/>
              </a:rPr>
              <a:t>Change: 35 − 28 = 7°C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Google Shape;115;p3">
            <a:extLst>
              <a:ext uri="{FF2B5EF4-FFF2-40B4-BE49-F238E27FC236}">
                <a16:creationId xmlns:a16="http://schemas.microsoft.com/office/drawing/2014/main" id="{E231E43B-B80D-40FF-762F-61856BA8186F}"/>
              </a:ext>
            </a:extLst>
          </p:cNvPr>
          <p:cNvSpPr/>
          <p:nvPr/>
        </p:nvSpPr>
        <p:spPr>
          <a:xfrm>
            <a:off x="1293991" y="-43262"/>
            <a:ext cx="10898009" cy="811249"/>
          </a:xfrm>
          <a:prstGeom prst="rect">
            <a:avLst/>
          </a:prstGeom>
          <a:solidFill>
            <a:schemeClr val="tx2">
              <a:lumMod val="20000"/>
              <a:lumOff val="80000"/>
            </a:schemeClr>
          </a:solidFill>
          <a:ln w="25400" cap="flat" cmpd="sng">
            <a:noFill/>
            <a:prstDash val="solid"/>
            <a:round/>
            <a:headEnd type="none" w="sm" len="sm"/>
            <a:tailEnd type="none" w="sm" len="sm"/>
          </a:ln>
        </p:spPr>
        <p:txBody>
          <a:bodyPr spcFirstLastPara="1" wrap="square" lIns="91425" tIns="45700" rIns="91425" bIns="45700" anchor="ctr" anchorCtr="0">
            <a:noAutofit/>
          </a:bodyPr>
          <a:lstStyle/>
          <a:p>
            <a:pPr lvl="0" algn="ctr">
              <a:buClr>
                <a:srgbClr val="000000"/>
              </a:buClr>
              <a:buSzPts val="1400"/>
              <a:defRPr/>
            </a:pPr>
            <a:endParaRPr kumimoji="0" sz="3200" b="0" i="0" u="none" strike="noStrike" kern="0" cap="none" spc="0" normalizeH="0" baseline="0" noProof="0" dirty="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p:txBody>
      </p:sp>
      <p:sp>
        <p:nvSpPr>
          <p:cNvPr id="5" name="TextBox 4"/>
          <p:cNvSpPr txBox="1"/>
          <p:nvPr/>
        </p:nvSpPr>
        <p:spPr>
          <a:xfrm>
            <a:off x="1603035" y="54864"/>
            <a:ext cx="10274400" cy="701521"/>
          </a:xfrm>
          <a:prstGeom prst="rect">
            <a:avLst/>
          </a:prstGeom>
          <a:noFill/>
        </p:spPr>
        <p:txBody>
          <a:bodyPr wrap="square" lIns="63500" rIns="63500" tIns="38100" bIns="38100" anchor="ctr">
            <a:noAutofit/>
          </a:bodyPr>
          <a:lstStyle/>
          <a:p>
            <a:pPr marL="0" indent="0" algn="l">
              <a:lnSpc>
                <a:spcPct val="100000"/>
              </a:lnSpc>
              <a:spcAft>
                <a:spcPts val="0"/>
              </a:spcAft>
              <a:buNone/>
            </a:pPr>
            <a:r>
              <a:rPr sz="3200" b="1">
                <a:solidFill>
                  <a:srgbClr val="000000"/>
                </a:solidFill>
                <a:latin typeface="Arial"/>
              </a:rPr>
              <a:t>Parts of Expressions</a:t>
            </a:r>
          </a:p>
        </p:txBody>
      </p:sp>
      <p:sp>
        <p:nvSpPr>
          <p:cNvPr id="6" name="TextBox 5"/>
          <p:cNvSpPr txBox="1"/>
          <p:nvPr/>
        </p:nvSpPr>
        <p:spPr>
          <a:xfrm>
            <a:off x="7086600" y="1028700"/>
            <a:ext cx="4800600" cy="5486400"/>
          </a:xfrm>
          <a:prstGeom prst="rect">
            <a:avLst/>
          </a:prstGeom>
          <a:noFill/>
        </p:spPr>
        <p:txBody>
          <a:bodyPr wrap="square" lIns="63500" rIns="63500" tIns="38100" bIns="38100" anchor="ctr">
            <a:noAutofit/>
          </a:bodyPr>
          <a:lstStyle/>
          <a:p>
            <a:pPr marL="457200" indent="-205740" algn="l">
              <a:lnSpc>
                <a:spcPct val="112000"/>
              </a:lnSpc>
              <a:spcAft>
                <a:spcPts val="1200"/>
              </a:spcAft>
              <a:buClr>
                <a:srgbClr val="0000FF"/>
              </a:buClr>
              <a:buFont typeface="Arial"/>
              <a:buChar char="•"/>
            </a:pPr>
            <a:r>
              <a:rPr sz="2000">
                <a:solidFill>
                  <a:srgbClr val="202938"/>
                </a:solidFill>
                <a:latin typeface="Arial"/>
              </a:rPr>
              <a:t>In 3b + 5, b is the variable. Its value can change; the expression changes with it.</a:t>
            </a:r>
          </a:p>
          <a:p>
            <a:pPr>
              <a:lnSpc>
                <a:spcPct val="112000"/>
              </a:lnSpc>
              <a:spcAft>
                <a:spcPts val="1200"/>
              </a:spcAft>
            </a:pPr>
            <a:r>
              <a:rPr sz="2000">
                <a:solidFill>
                  <a:srgbClr val="202938"/>
                </a:solidFill>
                <a:latin typeface="Arial"/>
              </a:rPr>
              <a:t>The coefficient 3 multiplies b: 3b means 3 × b, not 3 + b.</a:t>
            </a:r>
          </a:p>
          <a:p>
            <a:pPr>
              <a:lnSpc>
                <a:spcPct val="112000"/>
              </a:lnSpc>
              <a:spcAft>
                <a:spcPts val="1200"/>
              </a:spcAft>
            </a:pPr>
            <a:r>
              <a:rPr sz="2000">
                <a:solidFill>
                  <a:srgbClr val="202938"/>
                </a:solidFill>
                <a:latin typeface="Arial"/>
              </a:rPr>
              <a:t>The constant 5 is added after multiplication. It does not depend on b.</a:t>
            </a:r>
          </a:p>
          <a:p>
            <a:pPr>
              <a:lnSpc>
                <a:spcPct val="112000"/>
              </a:lnSpc>
              <a:spcAft>
                <a:spcPts val="1200"/>
              </a:spcAft>
            </a:pPr>
            <a:r>
              <a:rPr sz="2000">
                <a:solidFill>
                  <a:srgbClr val="202938"/>
                </a:solidFill>
                <a:latin typeface="Arial"/>
              </a:rPr>
              <a:t>Worked example: if b = 4, then 3b + 5 = 3 × 4 + 5 = 17.</a:t>
            </a:r>
          </a:p>
          <a:p>
            <a:pPr>
              <a:lnSpc>
                <a:spcPct val="112000"/>
              </a:lnSpc>
              <a:spcAft>
                <a:spcPts val="1200"/>
              </a:spcAft>
            </a:pPr>
            <a:r>
              <a:rPr sz="2000">
                <a:solidFill>
                  <a:srgbClr val="202938"/>
                </a:solidFill>
                <a:latin typeface="Arial"/>
              </a:rPr>
              <a:t>An expression has no equals sign. An equation, such as 3b + 5 = 17, states that two quantities are equal.</a:t>
            </a:r>
          </a:p>
        </p:txBody>
      </p:sp>
      <p:sp>
        <p:nvSpPr>
          <p:cNvPr id="7" name="Rounded Rectangle 6"/>
          <p:cNvSpPr/>
          <p:nvPr/>
        </p:nvSpPr>
        <p:spPr>
          <a:xfrm>
            <a:off x="1603035" y="1706447"/>
            <a:ext cx="5212080" cy="753029"/>
          </a:xfrm>
          <a:prstGeom prst="roundRect">
            <a:avLst/>
          </a:prstGeom>
          <a:solidFill>
            <a:srgbClr val="314CA3"/>
          </a:solidFill>
          <a:ln>
            <a:noFill/>
          </a:ln>
        </p:spPr>
        <p:style>
          <a:lnRef idx="1">
            <a:schemeClr val="accent1"/>
          </a:lnRef>
          <a:fillRef idx="3">
            <a:schemeClr val="accent1"/>
          </a:fillRef>
          <a:effectRef idx="2">
            <a:schemeClr val="accent1"/>
          </a:effectRef>
          <a:fontRef idx="minor">
            <a:schemeClr val="lt1"/>
          </a:fontRef>
        </p:style>
        <p:txBody>
          <a:bodyPr rtlCol="0" anchor="ctr" lIns="109728" rIns="109728"/>
          <a:lstStyle/>
          <a:p>
            <a:pPr algn="l"/>
            <a:r>
              <a:rPr sz="2400" b="1">
                <a:solidFill>
                  <a:srgbClr val="FFFFFF"/>
                </a:solidFill>
                <a:latin typeface="Arial"/>
              </a:rPr>
              <a:t>3b + 5</a:t>
            </a:r>
          </a:p>
        </p:txBody>
      </p:sp>
      <p:sp>
        <p:nvSpPr>
          <p:cNvPr id="8" name="Rounded Rectangle 7"/>
          <p:cNvSpPr/>
          <p:nvPr/>
        </p:nvSpPr>
        <p:spPr>
          <a:xfrm>
            <a:off x="1603035" y="2550916"/>
            <a:ext cx="5212080" cy="753029"/>
          </a:xfrm>
          <a:prstGeom prst="roundRect">
            <a:avLst/>
          </a:prstGeom>
          <a:solidFill>
            <a:srgbClr val="EEF2FF"/>
          </a:solidFill>
          <a:ln>
            <a:noFill/>
          </a:ln>
        </p:spPr>
        <p:style>
          <a:lnRef idx="1">
            <a:schemeClr val="accent1"/>
          </a:lnRef>
          <a:fillRef idx="3">
            <a:schemeClr val="accent1"/>
          </a:fillRef>
          <a:effectRef idx="2">
            <a:schemeClr val="accent1"/>
          </a:effectRef>
          <a:fontRef idx="minor">
            <a:schemeClr val="lt1"/>
          </a:fontRef>
        </p:style>
        <p:txBody>
          <a:bodyPr rtlCol="0" anchor="ctr" lIns="109728" rIns="109728"/>
          <a:lstStyle/>
          <a:p>
            <a:pPr algn="l"/>
            <a:r>
              <a:rPr sz="2000" b="0">
                <a:solidFill>
                  <a:srgbClr val="243458"/>
                </a:solidFill>
                <a:latin typeface="Arial"/>
              </a:rPr>
              <a:t>3: coefficient (multiplies b)</a:t>
            </a:r>
          </a:p>
        </p:txBody>
      </p:sp>
      <p:sp>
        <p:nvSpPr>
          <p:cNvPr id="9" name="Rounded Rectangle 8"/>
          <p:cNvSpPr/>
          <p:nvPr/>
        </p:nvSpPr>
        <p:spPr>
          <a:xfrm>
            <a:off x="1603035" y="3395385"/>
            <a:ext cx="5212080" cy="753029"/>
          </a:xfrm>
          <a:prstGeom prst="roundRect">
            <a:avLst/>
          </a:prstGeom>
          <a:solidFill>
            <a:srgbClr val="EEF2FF"/>
          </a:solidFill>
          <a:ln>
            <a:noFill/>
          </a:ln>
        </p:spPr>
        <p:style>
          <a:lnRef idx="1">
            <a:schemeClr val="accent1"/>
          </a:lnRef>
          <a:fillRef idx="3">
            <a:schemeClr val="accent1"/>
          </a:fillRef>
          <a:effectRef idx="2">
            <a:schemeClr val="accent1"/>
          </a:effectRef>
          <a:fontRef idx="minor">
            <a:schemeClr val="lt1"/>
          </a:fontRef>
        </p:style>
        <p:txBody>
          <a:bodyPr rtlCol="0" anchor="ctr" lIns="109728" rIns="109728"/>
          <a:lstStyle/>
          <a:p>
            <a:pPr algn="l"/>
            <a:r>
              <a:rPr sz="2000" b="0">
                <a:solidFill>
                  <a:srgbClr val="243458"/>
                </a:solidFill>
                <a:latin typeface="Arial"/>
              </a:rPr>
              <a:t>b: variable (can change)</a:t>
            </a:r>
          </a:p>
        </p:txBody>
      </p:sp>
      <p:sp>
        <p:nvSpPr>
          <p:cNvPr id="10" name="Rounded Rectangle 9"/>
          <p:cNvSpPr/>
          <p:nvPr/>
        </p:nvSpPr>
        <p:spPr>
          <a:xfrm>
            <a:off x="1603035" y="4239854"/>
            <a:ext cx="5212080" cy="753029"/>
          </a:xfrm>
          <a:prstGeom prst="roundRect">
            <a:avLst/>
          </a:prstGeom>
          <a:solidFill>
            <a:srgbClr val="EEF2FF"/>
          </a:solidFill>
          <a:ln>
            <a:noFill/>
          </a:ln>
        </p:spPr>
        <p:style>
          <a:lnRef idx="1">
            <a:schemeClr val="accent1"/>
          </a:lnRef>
          <a:fillRef idx="3">
            <a:schemeClr val="accent1"/>
          </a:fillRef>
          <a:effectRef idx="2">
            <a:schemeClr val="accent1"/>
          </a:effectRef>
          <a:fontRef idx="minor">
            <a:schemeClr val="lt1"/>
          </a:fontRef>
        </p:style>
        <p:txBody>
          <a:bodyPr rtlCol="0" anchor="ctr" lIns="109728" rIns="109728"/>
          <a:lstStyle/>
          <a:p>
            <a:pPr algn="l"/>
            <a:r>
              <a:rPr sz="2000" b="0">
                <a:solidFill>
                  <a:srgbClr val="243458"/>
                </a:solidFill>
                <a:latin typeface="Arial"/>
              </a:rPr>
              <a:t>5: constant (added once)</a:t>
            </a:r>
          </a:p>
        </p:txBody>
      </p:sp>
      <p:sp>
        <p:nvSpPr>
          <p:cNvPr id="11" name="Rounded Rectangle 10"/>
          <p:cNvSpPr/>
          <p:nvPr/>
        </p:nvSpPr>
        <p:spPr>
          <a:xfrm>
            <a:off x="1603035" y="5084323"/>
            <a:ext cx="5212080" cy="753029"/>
          </a:xfrm>
          <a:prstGeom prst="roundRect">
            <a:avLst/>
          </a:prstGeom>
          <a:solidFill>
            <a:srgbClr val="EEF2FF"/>
          </a:solidFill>
          <a:ln>
            <a:noFill/>
          </a:ln>
        </p:spPr>
        <p:style>
          <a:lnRef idx="1">
            <a:schemeClr val="accent1"/>
          </a:lnRef>
          <a:fillRef idx="3">
            <a:schemeClr val="accent1"/>
          </a:fillRef>
          <a:effectRef idx="2">
            <a:schemeClr val="accent1"/>
          </a:effectRef>
          <a:fontRef idx="minor">
            <a:schemeClr val="lt1"/>
          </a:fontRef>
        </p:style>
        <p:txBody>
          <a:bodyPr rtlCol="0" anchor="ctr" lIns="109728" rIns="109728"/>
          <a:lstStyle/>
          <a:p>
            <a:pPr algn="l"/>
            <a:r>
              <a:rPr sz="2000" b="0">
                <a:solidFill>
                  <a:srgbClr val="243458"/>
                </a:solidFill>
                <a:latin typeface="Arial"/>
              </a:rPr>
              <a:t>b = 4 → 3 × 4 + 5 = 17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Google Shape;115;p3">
            <a:extLst>
              <a:ext uri="{FF2B5EF4-FFF2-40B4-BE49-F238E27FC236}">
                <a16:creationId xmlns:a16="http://schemas.microsoft.com/office/drawing/2014/main" id="{9192B271-5568-4147-9256-10E6049BA20B}"/>
              </a:ext>
            </a:extLst>
          </p:cNvPr>
          <p:cNvSpPr/>
          <p:nvPr/>
        </p:nvSpPr>
        <p:spPr>
          <a:xfrm>
            <a:off x="1293991" y="-43262"/>
            <a:ext cx="10898009" cy="811249"/>
          </a:xfrm>
          <a:prstGeom prst="rect">
            <a:avLst/>
          </a:prstGeom>
          <a:solidFill>
            <a:schemeClr val="tx2">
              <a:lumMod val="20000"/>
              <a:lumOff val="80000"/>
            </a:schemeClr>
          </a:solidFill>
          <a:ln w="25400" cap="flat" cmpd="sng">
            <a:noFill/>
            <a:prstDash val="solid"/>
            <a:round/>
            <a:headEnd type="none" w="sm" len="sm"/>
            <a:tailEnd type="none" w="sm" len="sm"/>
          </a:ln>
        </p:spPr>
        <p:txBody>
          <a:bodyPr spcFirstLastPara="1" wrap="square" lIns="91425" tIns="45700" rIns="91425" bIns="45700" anchor="ctr" anchorCtr="0">
            <a:noAutofit/>
          </a:bodyPr>
          <a:lstStyle/>
          <a:p>
            <a:pPr lvl="0" algn="ctr">
              <a:buClr>
                <a:srgbClr val="000000"/>
              </a:buClr>
              <a:buSzPts val="1400"/>
              <a:defRPr/>
            </a:pPr>
            <a:endParaRPr kumimoji="0" sz="3200" b="0" i="0" u="none" strike="noStrike" kern="0" cap="none" spc="0" normalizeH="0" baseline="0" noProof="0" dirty="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p:txBody>
      </p:sp>
      <p:sp>
        <p:nvSpPr>
          <p:cNvPr id="5" name="TextBox 4"/>
          <p:cNvSpPr txBox="1"/>
          <p:nvPr/>
        </p:nvSpPr>
        <p:spPr>
          <a:xfrm>
            <a:off x="1610660" y="54864"/>
            <a:ext cx="10266900" cy="701521"/>
          </a:xfrm>
          <a:prstGeom prst="rect">
            <a:avLst/>
          </a:prstGeom>
          <a:noFill/>
        </p:spPr>
        <p:txBody>
          <a:bodyPr wrap="square" lIns="63500" rIns="63500" tIns="38100" bIns="38100" anchor="ctr">
            <a:noAutofit/>
          </a:bodyPr>
          <a:lstStyle/>
          <a:p>
            <a:pPr marL="0" indent="0" algn="l">
              <a:lnSpc>
                <a:spcPct val="100000"/>
              </a:lnSpc>
              <a:spcAft>
                <a:spcPts val="0"/>
              </a:spcAft>
              <a:buNone/>
            </a:pPr>
            <a:r>
              <a:rPr sz="3200" b="1">
                <a:solidFill>
                  <a:srgbClr val="000000"/>
                </a:solidFill>
                <a:latin typeface="Arial"/>
              </a:rPr>
              <a:t>Desalination Model</a:t>
            </a:r>
          </a:p>
        </p:txBody>
      </p:sp>
      <p:sp>
        <p:nvSpPr>
          <p:cNvPr id="6" name="TextBox 5"/>
          <p:cNvSpPr txBox="1"/>
          <p:nvPr/>
        </p:nvSpPr>
        <p:spPr>
          <a:xfrm>
            <a:off x="1645920" y="1188720"/>
            <a:ext cx="10058400" cy="5212080"/>
          </a:xfrm>
          <a:prstGeom prst="rect">
            <a:avLst/>
          </a:prstGeom>
          <a:noFill/>
        </p:spPr>
        <p:txBody>
          <a:bodyPr wrap="square" anchor="ctr">
            <a:spAutoFit/>
          </a:bodyPr>
          <a:lstStyle/>
          <a:p>
            <a:pPr>
              <a:lnSpc>
                <a:spcPct val="112000"/>
              </a:lnSpc>
              <a:spcAft>
                <a:spcPts val="1439"/>
              </a:spcAft>
            </a:pPr>
            <a:r>
              <a:rPr sz="2400">
                <a:solidFill>
                  <a:srgbClr val="202938"/>
                </a:solidFill>
                <a:latin typeface="Arial"/>
              </a:rPr>
              <a:t>Define the model: h is elapsed time in hours and V is water volume in litres. Start with zero collected water.</a:t>
            </a:r>
          </a:p>
          <a:p>
            <a:pPr>
              <a:lnSpc>
                <a:spcPct val="112000"/>
              </a:lnSpc>
              <a:spcAft>
                <a:spcPts val="1439"/>
              </a:spcAft>
            </a:pPr>
            <a:r>
              <a:rPr sz="2400">
                <a:solidFill>
                  <a:srgbClr val="202938"/>
                </a:solidFill>
                <a:latin typeface="Arial"/>
              </a:rPr>
              <a:t>Assume a constant collection rate of 500 litres per hour. This is an illustrative model, not a measured plant output.</a:t>
            </a:r>
          </a:p>
          <a:p>
            <a:pPr>
              <a:lnSpc>
                <a:spcPct val="112000"/>
              </a:lnSpc>
              <a:spcAft>
                <a:spcPts val="1439"/>
              </a:spcAft>
            </a:pPr>
            <a:r>
              <a:rPr sz="2400">
                <a:solidFill>
                  <a:srgbClr val="202938"/>
                </a:solidFill>
                <a:latin typeface="Arial"/>
              </a:rPr>
              <a:t>Write V = 500h: rate × time gives volume. Here 500 is the coefficient and h is the variable.</a:t>
            </a:r>
          </a:p>
          <a:p>
            <a:pPr>
              <a:lnSpc>
                <a:spcPct val="112000"/>
              </a:lnSpc>
              <a:spcAft>
                <a:spcPts val="1439"/>
              </a:spcAft>
            </a:pPr>
            <a:r>
              <a:rPr sz="2400">
                <a:solidFill>
                  <a:srgbClr val="202938"/>
                </a:solidFill>
                <a:latin typeface="Arial"/>
              </a:rPr>
              <a:t>Substitute h = 3: V = 500 × 3 = 1500 L. After 4 hours, the model gives 2000 L.</a:t>
            </a:r>
          </a:p>
          <a:p>
            <a:pPr>
              <a:lnSpc>
                <a:spcPct val="112000"/>
              </a:lnSpc>
              <a:spcAft>
                <a:spcPts val="1439"/>
              </a:spcAft>
            </a:pPr>
            <a:r>
              <a:rPr sz="2400">
                <a:solidFill>
                  <a:srgbClr val="202938"/>
                </a:solidFill>
                <a:latin typeface="Arial"/>
              </a:rPr>
              <a:t>Reasonableness check: doubling time doubles volume. A starting volume or changing rate would require a different model.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4" name="Google Shape;115;p3">
            <a:extLst>
              <a:ext uri="{FF2B5EF4-FFF2-40B4-BE49-F238E27FC236}">
                <a16:creationId xmlns:a16="http://schemas.microsoft.com/office/drawing/2014/main" id="{F4C09C1B-E608-015D-74DC-2B29FF41A371}"/>
              </a:ext>
            </a:extLst>
          </p:cNvPr>
          <p:cNvSpPr/>
          <p:nvPr/>
        </p:nvSpPr>
        <p:spPr>
          <a:xfrm>
            <a:off x="1293991" y="-63115"/>
            <a:ext cx="10898009" cy="811249"/>
          </a:xfrm>
          <a:prstGeom prst="rect">
            <a:avLst/>
          </a:prstGeom>
          <a:solidFill>
            <a:schemeClr val="accent3">
              <a:lumMod val="20000"/>
              <a:lumOff val="80000"/>
            </a:schemeClr>
          </a:solidFill>
          <a:ln w="25400" cap="flat" cmpd="sng">
            <a:noFill/>
            <a:prstDash val="solid"/>
            <a:round/>
            <a:headEnd type="none" w="sm" len="sm"/>
            <a:tailEnd type="none" w="sm" len="sm"/>
          </a:ln>
        </p:spPr>
        <p:txBody>
          <a:bodyPr spcFirstLastPara="1" wrap="square" lIns="91425" tIns="45700" rIns="91425" bIns="45700" anchor="ctr" anchorCtr="0">
            <a:noAutofit/>
          </a:bodyPr>
          <a:lstStyle/>
          <a:p>
            <a:pPr lvl="0" algn="ctr">
              <a:buClr>
                <a:srgbClr val="000000"/>
              </a:buClr>
              <a:buSzPts val="1400"/>
              <a:defRPr/>
            </a:pPr>
            <a:endParaRPr lang="en-US" sz="3200" b="1" i="0" u="none" strike="noStrike" cap="none" spc="0" normalizeH="0" baseline="0" noProof="0" dirty="0">
              <a:ln>
                <a:noFill/>
              </a:ln>
              <a:solidFill>
                <a:srgbClr val="000000"/>
              </a:solidFill>
              <a:effectLst/>
              <a:uLnTx/>
              <a:uFillTx/>
              <a:latin typeface="Arial" panose="020B0604020202020204"/>
              <a:ea typeface="Arial" panose="020B0604020202020204"/>
              <a:cs typeface="Arial" panose="020B0604020202020204"/>
            </a:endParaRPr>
          </a:p>
        </p:txBody>
      </p:sp>
      <p:sp>
        <p:nvSpPr>
          <p:cNvPr id="5" name="TextBox 4"/>
          <p:cNvSpPr txBox="1"/>
          <p:nvPr/>
        </p:nvSpPr>
        <p:spPr>
          <a:xfrm>
            <a:off x="1607303" y="54864"/>
            <a:ext cx="10270200" cy="701521"/>
          </a:xfrm>
          <a:prstGeom prst="rect">
            <a:avLst/>
          </a:prstGeom>
          <a:noFill/>
        </p:spPr>
        <p:txBody>
          <a:bodyPr wrap="square" lIns="63500" rIns="63500" tIns="38100" bIns="38100" anchor="ctr">
            <a:noAutofit/>
          </a:bodyPr>
          <a:lstStyle/>
          <a:p>
            <a:pPr marL="0" indent="0" algn="l">
              <a:lnSpc>
                <a:spcPct val="100000"/>
              </a:lnSpc>
              <a:spcAft>
                <a:spcPts val="0"/>
              </a:spcAft>
              <a:buNone/>
            </a:pPr>
            <a:r>
              <a:rPr sz="3200" b="1">
                <a:solidFill>
                  <a:srgbClr val="000000"/>
                </a:solidFill>
                <a:latin typeface="Arial"/>
              </a:rPr>
              <a:t>Write Your Own</a:t>
            </a:r>
          </a:p>
        </p:txBody>
      </p:sp>
      <p:sp>
        <p:nvSpPr>
          <p:cNvPr id="6" name="TextBox 5"/>
          <p:cNvSpPr txBox="1"/>
          <p:nvPr/>
        </p:nvSpPr>
        <p:spPr>
          <a:xfrm>
            <a:off x="1607303" y="1028700"/>
            <a:ext cx="10270200" cy="5486400"/>
          </a:xfrm>
          <a:prstGeom prst="rect">
            <a:avLst/>
          </a:prstGeom>
          <a:noFill/>
        </p:spPr>
        <p:txBody>
          <a:bodyPr wrap="square" lIns="63500" rIns="63500" tIns="38100" bIns="38100" anchor="ctr">
            <a:noAutofit/>
          </a:bodyPr>
          <a:lstStyle/>
          <a:p>
            <a:pPr marL="228600" indent="-205740" algn="l">
              <a:lnSpc>
                <a:spcPct val="112000"/>
              </a:lnSpc>
              <a:spcAft>
                <a:spcPts val="1560"/>
              </a:spcAft>
              <a:buClr>
                <a:srgbClr val="0000FF"/>
              </a:buClr>
              <a:buFont typeface="Arial"/>
              <a:buChar char="•"/>
            </a:pPr>
            <a:r>
              <a:rPr sz="2600">
                <a:solidFill>
                  <a:srgbClr val="202938"/>
                </a:solidFill>
                <a:latin typeface="Arial"/>
              </a:rPr>
              <a:t>Task A: assume a falcon travels at a constant 55 km/h. Write distance d, in km, after t hours.</a:t>
            </a:r>
          </a:p>
          <a:p>
            <a:pPr>
              <a:lnSpc>
                <a:spcPct val="112000"/>
              </a:lnSpc>
              <a:spcAft>
                <a:spcPts val="1560"/>
              </a:spcAft>
            </a:pPr>
            <a:r>
              <a:rPr sz="2600">
                <a:solidFill>
                  <a:srgbClr val="202938"/>
                </a:solidFill>
                <a:latin typeface="Arial"/>
              </a:rPr>
              <a:t>Calculate d when t = 2. Explain why 55 is the coefficient and why the model has no added constant.</a:t>
            </a:r>
          </a:p>
          <a:p>
            <a:pPr>
              <a:lnSpc>
                <a:spcPct val="112000"/>
              </a:lnSpc>
              <a:spcAft>
                <a:spcPts val="1560"/>
              </a:spcAft>
            </a:pPr>
            <a:r>
              <a:rPr sz="2600">
                <a:solidFill>
                  <a:srgbClr val="202938"/>
                </a:solidFill>
                <a:latin typeface="Arial"/>
              </a:rPr>
              <a:t>Task B: each sample adds 4 g to a 10 g container. Write total mass m, in grams, for x samples.</a:t>
            </a:r>
          </a:p>
          <a:p>
            <a:pPr>
              <a:lnSpc>
                <a:spcPct val="112000"/>
              </a:lnSpc>
              <a:spcAft>
                <a:spcPts val="1560"/>
              </a:spcAft>
            </a:pPr>
            <a:r>
              <a:rPr sz="2600">
                <a:solidFill>
                  <a:srgbClr val="202938"/>
                </a:solidFill>
                <a:latin typeface="Arial"/>
              </a:rPr>
              <a:t>Find m for x = 5. Identify the variable, coefficient and constant, then compare your reasoning with a partner.</a:t>
            </a:r>
          </a:p>
          <a:p>
            <a:pPr>
              <a:lnSpc>
                <a:spcPct val="112000"/>
              </a:lnSpc>
              <a:spcAft>
                <a:spcPts val="1560"/>
              </a:spcAft>
            </a:pPr>
            <a:r>
              <a:rPr sz="2600">
                <a:solidFill>
                  <a:srgbClr val="202938"/>
                </a:solidFill>
                <a:latin typeface="Arial"/>
              </a:rPr>
              <a:t>Extension: the total mass is 38 g. How many samples are present? Write and solve an equation.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Google Shape;115;p3">
            <a:extLst>
              <a:ext uri="{FF2B5EF4-FFF2-40B4-BE49-F238E27FC236}">
                <a16:creationId xmlns:a16="http://schemas.microsoft.com/office/drawing/2014/main" id="{9192B271-5568-4147-9256-10E6049BA20B}"/>
              </a:ext>
            </a:extLst>
          </p:cNvPr>
          <p:cNvSpPr/>
          <p:nvPr/>
        </p:nvSpPr>
        <p:spPr>
          <a:xfrm>
            <a:off x="1293991" y="-43262"/>
            <a:ext cx="10898009" cy="811249"/>
          </a:xfrm>
          <a:prstGeom prst="rect">
            <a:avLst/>
          </a:prstGeom>
          <a:solidFill>
            <a:schemeClr val="tx2">
              <a:lumMod val="20000"/>
              <a:lumOff val="80000"/>
            </a:schemeClr>
          </a:solidFill>
          <a:ln w="25400" cap="flat" cmpd="sng">
            <a:noFill/>
            <a:prstDash val="solid"/>
            <a:round/>
            <a:headEnd type="none" w="sm" len="sm"/>
            <a:tailEnd type="none" w="sm" len="sm"/>
          </a:ln>
        </p:spPr>
        <p:txBody>
          <a:bodyPr spcFirstLastPara="1" wrap="square" lIns="91425" tIns="45700" rIns="91425" bIns="45700" anchor="ctr" anchorCtr="0">
            <a:noAutofit/>
          </a:bodyPr>
          <a:lstStyle/>
          <a:p>
            <a:pPr lvl="0" algn="ctr">
              <a:buClr>
                <a:srgbClr val="000000"/>
              </a:buClr>
              <a:buSzPts val="1400"/>
              <a:defRPr/>
            </a:pPr>
            <a:endParaRPr kumimoji="0" sz="3200" b="0" i="0" u="none" strike="noStrike" kern="0" cap="none" spc="0" normalizeH="0" baseline="0" noProof="0" dirty="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p:txBody>
      </p:sp>
      <p:sp>
        <p:nvSpPr>
          <p:cNvPr id="5" name="TextBox 4"/>
          <p:cNvSpPr txBox="1"/>
          <p:nvPr/>
        </p:nvSpPr>
        <p:spPr>
          <a:xfrm>
            <a:off x="1610660" y="54864"/>
            <a:ext cx="10266900" cy="701521"/>
          </a:xfrm>
          <a:prstGeom prst="rect">
            <a:avLst/>
          </a:prstGeom>
          <a:noFill/>
        </p:spPr>
        <p:txBody>
          <a:bodyPr wrap="square" lIns="63500" rIns="63500" tIns="38100" bIns="38100" anchor="ctr">
            <a:noAutofit/>
          </a:bodyPr>
          <a:lstStyle/>
          <a:p>
            <a:pPr marL="0" indent="0" algn="l">
              <a:lnSpc>
                <a:spcPct val="100000"/>
              </a:lnSpc>
              <a:spcAft>
                <a:spcPts val="0"/>
              </a:spcAft>
              <a:buNone/>
            </a:pPr>
            <a:r>
              <a:rPr sz="3200" b="1">
                <a:solidFill>
                  <a:srgbClr val="000000"/>
                </a:solidFill>
                <a:latin typeface="Arial"/>
              </a:rPr>
              <a:t>Substitution</a:t>
            </a:r>
          </a:p>
        </p:txBody>
      </p:sp>
      <p:sp>
        <p:nvSpPr>
          <p:cNvPr id="6" name="TextBox 5"/>
          <p:cNvSpPr txBox="1"/>
          <p:nvPr/>
        </p:nvSpPr>
        <p:spPr>
          <a:xfrm>
            <a:off x="7086600" y="1028700"/>
            <a:ext cx="4800600" cy="5486400"/>
          </a:xfrm>
          <a:prstGeom prst="rect">
            <a:avLst/>
          </a:prstGeom>
          <a:noFill/>
        </p:spPr>
        <p:txBody>
          <a:bodyPr wrap="square" lIns="63500" rIns="63500" tIns="38100" bIns="38100" anchor="ctr">
            <a:noAutofit/>
          </a:bodyPr>
          <a:lstStyle/>
          <a:p>
            <a:pPr marL="457200" indent="-205740" algn="l">
              <a:lnSpc>
                <a:spcPct val="112000"/>
              </a:lnSpc>
              <a:spcAft>
                <a:spcPts val="1200"/>
              </a:spcAft>
              <a:buClr>
                <a:srgbClr val="0000FF"/>
              </a:buClr>
              <a:buFont typeface="Arial"/>
              <a:buChar char="•"/>
            </a:pPr>
            <a:r>
              <a:rPr sz="2000">
                <a:solidFill>
                  <a:srgbClr val="202938"/>
                </a:solidFill>
                <a:latin typeface="Arial"/>
              </a:rPr>
              <a:t>Substitution replaces a variable with a specified value. Use brackets to show multiplication.</a:t>
            </a:r>
          </a:p>
          <a:p>
            <a:pPr>
              <a:lnSpc>
                <a:spcPct val="112000"/>
              </a:lnSpc>
              <a:spcAft>
                <a:spcPts val="1200"/>
              </a:spcAft>
            </a:pPr>
            <a:r>
              <a:rPr sz="2000">
                <a:solidFill>
                  <a:srgbClr val="202938"/>
                </a:solidFill>
                <a:latin typeface="Arial"/>
              </a:rPr>
              <a:t>For m = 4x + 10 and x = 5, write m = 4(5) + 10.</a:t>
            </a:r>
          </a:p>
          <a:p>
            <a:pPr>
              <a:lnSpc>
                <a:spcPct val="112000"/>
              </a:lnSpc>
              <a:spcAft>
                <a:spcPts val="1200"/>
              </a:spcAft>
            </a:pPr>
            <a:r>
              <a:rPr sz="2000">
                <a:solidFill>
                  <a:srgbClr val="202938"/>
                </a:solidFill>
                <a:latin typeface="Arial"/>
              </a:rPr>
              <a:t>Multiply first: 4 × 5 = 20. Then add the constant: m = 20 + 10 = 30.</a:t>
            </a:r>
          </a:p>
          <a:p>
            <a:pPr>
              <a:lnSpc>
                <a:spcPct val="112000"/>
              </a:lnSpc>
              <a:spcAft>
                <a:spcPts val="1200"/>
              </a:spcAft>
            </a:pPr>
            <a:r>
              <a:rPr sz="2000">
                <a:solidFill>
                  <a:srgbClr val="202938"/>
                </a:solidFill>
                <a:latin typeface="Arial"/>
              </a:rPr>
              <a:t>Do not write 4(5 + 10): that multiplies the constant by 4 and changes the expression.</a:t>
            </a:r>
          </a:p>
          <a:p>
            <a:pPr>
              <a:lnSpc>
                <a:spcPct val="112000"/>
              </a:lnSpc>
              <a:spcAft>
                <a:spcPts val="1200"/>
              </a:spcAft>
            </a:pPr>
            <a:r>
              <a:rPr sz="2000">
                <a:solidFill>
                  <a:srgbClr val="202938"/>
                </a:solidFill>
                <a:latin typeface="Arial"/>
              </a:rPr>
              <a:t>Quick check: if x increases from 5 to 6, m increases from 30 to 34. The coefficient describes this change.</a:t>
            </a:r>
          </a:p>
        </p:txBody>
      </p:sp>
      <p:sp>
        <p:nvSpPr>
          <p:cNvPr id="7" name="Rounded Rectangle 6"/>
          <p:cNvSpPr/>
          <p:nvPr/>
        </p:nvSpPr>
        <p:spPr>
          <a:xfrm>
            <a:off x="1610660" y="1708022"/>
            <a:ext cx="5212080" cy="752399"/>
          </a:xfrm>
          <a:prstGeom prst="roundRect">
            <a:avLst/>
          </a:prstGeom>
          <a:solidFill>
            <a:srgbClr val="314CA3"/>
          </a:solidFill>
          <a:ln>
            <a:noFill/>
          </a:ln>
        </p:spPr>
        <p:style>
          <a:lnRef idx="1">
            <a:schemeClr val="accent1"/>
          </a:lnRef>
          <a:fillRef idx="3">
            <a:schemeClr val="accent1"/>
          </a:fillRef>
          <a:effectRef idx="2">
            <a:schemeClr val="accent1"/>
          </a:effectRef>
          <a:fontRef idx="minor">
            <a:schemeClr val="lt1"/>
          </a:fontRef>
        </p:style>
        <p:txBody>
          <a:bodyPr rtlCol="0" anchor="ctr" lIns="109728" rIns="109728"/>
          <a:lstStyle/>
          <a:p>
            <a:pPr algn="l"/>
            <a:r>
              <a:rPr sz="2400" b="1">
                <a:solidFill>
                  <a:srgbClr val="FFFFFF"/>
                </a:solidFill>
                <a:latin typeface="Arial"/>
              </a:rPr>
              <a:t>m = 4x + 10</a:t>
            </a:r>
          </a:p>
        </p:txBody>
      </p:sp>
      <p:sp>
        <p:nvSpPr>
          <p:cNvPr id="8" name="Rounded Rectangle 7"/>
          <p:cNvSpPr/>
          <p:nvPr/>
        </p:nvSpPr>
        <p:spPr>
          <a:xfrm>
            <a:off x="1610660" y="2551861"/>
            <a:ext cx="5212080" cy="752399"/>
          </a:xfrm>
          <a:prstGeom prst="roundRect">
            <a:avLst/>
          </a:prstGeom>
          <a:solidFill>
            <a:srgbClr val="EEF2FF"/>
          </a:solidFill>
          <a:ln>
            <a:noFill/>
          </a:ln>
        </p:spPr>
        <p:style>
          <a:lnRef idx="1">
            <a:schemeClr val="accent1"/>
          </a:lnRef>
          <a:fillRef idx="3">
            <a:schemeClr val="accent1"/>
          </a:fillRef>
          <a:effectRef idx="2">
            <a:schemeClr val="accent1"/>
          </a:effectRef>
          <a:fontRef idx="minor">
            <a:schemeClr val="lt1"/>
          </a:fontRef>
        </p:style>
        <p:txBody>
          <a:bodyPr rtlCol="0" anchor="ctr" lIns="109728" rIns="109728"/>
          <a:lstStyle/>
          <a:p>
            <a:pPr algn="l"/>
            <a:r>
              <a:rPr sz="2000" b="0">
                <a:solidFill>
                  <a:srgbClr val="243458"/>
                </a:solidFill>
                <a:latin typeface="Arial"/>
              </a:rPr>
              <a:t>Substitute x = 5</a:t>
            </a:r>
          </a:p>
        </p:txBody>
      </p:sp>
      <p:sp>
        <p:nvSpPr>
          <p:cNvPr id="9" name="Rounded Rectangle 8"/>
          <p:cNvSpPr/>
          <p:nvPr/>
        </p:nvSpPr>
        <p:spPr>
          <a:xfrm>
            <a:off x="1610660" y="3395700"/>
            <a:ext cx="5212080" cy="752399"/>
          </a:xfrm>
          <a:prstGeom prst="roundRect">
            <a:avLst/>
          </a:prstGeom>
          <a:solidFill>
            <a:srgbClr val="EEF2FF"/>
          </a:solidFill>
          <a:ln>
            <a:noFill/>
          </a:ln>
        </p:spPr>
        <p:style>
          <a:lnRef idx="1">
            <a:schemeClr val="accent1"/>
          </a:lnRef>
          <a:fillRef idx="3">
            <a:schemeClr val="accent1"/>
          </a:fillRef>
          <a:effectRef idx="2">
            <a:schemeClr val="accent1"/>
          </a:effectRef>
          <a:fontRef idx="minor">
            <a:schemeClr val="lt1"/>
          </a:fontRef>
        </p:style>
        <p:txBody>
          <a:bodyPr rtlCol="0" anchor="ctr" lIns="109728" rIns="109728"/>
          <a:lstStyle/>
          <a:p>
            <a:pPr algn="l"/>
            <a:r>
              <a:rPr sz="2000" b="0">
                <a:solidFill>
                  <a:srgbClr val="243458"/>
                </a:solidFill>
                <a:latin typeface="Arial"/>
              </a:rPr>
              <a:t>4 × 5 = 20</a:t>
            </a:r>
          </a:p>
        </p:txBody>
      </p:sp>
      <p:sp>
        <p:nvSpPr>
          <p:cNvPr id="10" name="Rounded Rectangle 9"/>
          <p:cNvSpPr/>
          <p:nvPr/>
        </p:nvSpPr>
        <p:spPr>
          <a:xfrm>
            <a:off x="1610660" y="4239539"/>
            <a:ext cx="5212080" cy="752399"/>
          </a:xfrm>
          <a:prstGeom prst="roundRect">
            <a:avLst/>
          </a:prstGeom>
          <a:solidFill>
            <a:srgbClr val="EEF2FF"/>
          </a:solidFill>
          <a:ln>
            <a:noFill/>
          </a:ln>
        </p:spPr>
        <p:style>
          <a:lnRef idx="1">
            <a:schemeClr val="accent1"/>
          </a:lnRef>
          <a:fillRef idx="3">
            <a:schemeClr val="accent1"/>
          </a:fillRef>
          <a:effectRef idx="2">
            <a:schemeClr val="accent1"/>
          </a:effectRef>
          <a:fontRef idx="minor">
            <a:schemeClr val="lt1"/>
          </a:fontRef>
        </p:style>
        <p:txBody>
          <a:bodyPr rtlCol="0" anchor="ctr" lIns="109728" rIns="109728"/>
          <a:lstStyle/>
          <a:p>
            <a:pPr algn="l"/>
            <a:r>
              <a:rPr sz="2000" b="0">
                <a:solidFill>
                  <a:srgbClr val="243458"/>
                </a:solidFill>
                <a:latin typeface="Arial"/>
              </a:rPr>
              <a:t>20 + 10 = 30</a:t>
            </a:r>
          </a:p>
        </p:txBody>
      </p:sp>
      <p:sp>
        <p:nvSpPr>
          <p:cNvPr id="11" name="Rounded Rectangle 10"/>
          <p:cNvSpPr/>
          <p:nvPr/>
        </p:nvSpPr>
        <p:spPr>
          <a:xfrm>
            <a:off x="1610660" y="5083378"/>
            <a:ext cx="5212080" cy="752399"/>
          </a:xfrm>
          <a:prstGeom prst="roundRect">
            <a:avLst/>
          </a:prstGeom>
          <a:solidFill>
            <a:srgbClr val="EEF2FF"/>
          </a:solidFill>
          <a:ln>
            <a:noFill/>
          </a:ln>
        </p:spPr>
        <p:style>
          <a:lnRef idx="1">
            <a:schemeClr val="accent1"/>
          </a:lnRef>
          <a:fillRef idx="3">
            <a:schemeClr val="accent1"/>
          </a:fillRef>
          <a:effectRef idx="2">
            <a:schemeClr val="accent1"/>
          </a:effectRef>
          <a:fontRef idx="minor">
            <a:schemeClr val="lt1"/>
          </a:fontRef>
        </p:style>
        <p:txBody>
          <a:bodyPr rtlCol="0" anchor="ctr" lIns="109728" rIns="109728"/>
          <a:lstStyle/>
          <a:p>
            <a:pPr algn="l"/>
            <a:r>
              <a:rPr sz="2000" b="0">
                <a:solidFill>
                  <a:srgbClr val="243458"/>
                </a:solidFill>
                <a:latin typeface="Arial"/>
              </a:rPr>
              <a:t>x = 6 → m = 34</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4" name="Google Shape;115;p3">
            <a:extLst>
              <a:ext uri="{FF2B5EF4-FFF2-40B4-BE49-F238E27FC236}">
                <a16:creationId xmlns:a16="http://schemas.microsoft.com/office/drawing/2014/main" id="{F4C09C1B-E608-015D-74DC-2B29FF41A371}"/>
              </a:ext>
            </a:extLst>
          </p:cNvPr>
          <p:cNvSpPr/>
          <p:nvPr/>
        </p:nvSpPr>
        <p:spPr>
          <a:xfrm>
            <a:off x="1293991" y="-63115"/>
            <a:ext cx="10898009" cy="811249"/>
          </a:xfrm>
          <a:prstGeom prst="rect">
            <a:avLst/>
          </a:prstGeom>
          <a:solidFill>
            <a:schemeClr val="accent3">
              <a:lumMod val="20000"/>
              <a:lumOff val="80000"/>
            </a:schemeClr>
          </a:solidFill>
          <a:ln w="25400" cap="flat" cmpd="sng">
            <a:noFill/>
            <a:prstDash val="solid"/>
            <a:round/>
            <a:headEnd type="none" w="sm" len="sm"/>
            <a:tailEnd type="none" w="sm" len="sm"/>
          </a:ln>
        </p:spPr>
        <p:txBody>
          <a:bodyPr spcFirstLastPara="1" wrap="square" lIns="91425" tIns="45700" rIns="91425" bIns="45700" anchor="ctr" anchorCtr="0">
            <a:noAutofit/>
          </a:bodyPr>
          <a:lstStyle/>
          <a:p>
            <a:pPr lvl="0" algn="ctr">
              <a:buClr>
                <a:srgbClr val="000000"/>
              </a:buClr>
              <a:buSzPts val="1400"/>
              <a:defRPr/>
            </a:pPr>
            <a:endParaRPr lang="en-US" sz="3200" b="1" i="0" u="none" strike="noStrike" cap="none" spc="0" normalizeH="0" baseline="0" noProof="0" dirty="0">
              <a:ln>
                <a:noFill/>
              </a:ln>
              <a:solidFill>
                <a:srgbClr val="000000"/>
              </a:solidFill>
              <a:effectLst/>
              <a:uLnTx/>
              <a:uFillTx/>
              <a:latin typeface="Arial" panose="020B0604020202020204"/>
              <a:ea typeface="Arial" panose="020B0604020202020204"/>
              <a:cs typeface="Arial" panose="020B0604020202020204"/>
            </a:endParaRPr>
          </a:p>
        </p:txBody>
      </p:sp>
      <p:sp>
        <p:nvSpPr>
          <p:cNvPr id="5" name="TextBox 4"/>
          <p:cNvSpPr txBox="1"/>
          <p:nvPr/>
        </p:nvSpPr>
        <p:spPr>
          <a:xfrm>
            <a:off x="1607303" y="54864"/>
            <a:ext cx="10270200" cy="701521"/>
          </a:xfrm>
          <a:prstGeom prst="rect">
            <a:avLst/>
          </a:prstGeom>
          <a:noFill/>
        </p:spPr>
        <p:txBody>
          <a:bodyPr wrap="square" lIns="63500" rIns="63500" tIns="38100" bIns="38100" anchor="ctr">
            <a:noAutofit/>
          </a:bodyPr>
          <a:lstStyle/>
          <a:p>
            <a:pPr marL="0" indent="0" algn="l">
              <a:lnSpc>
                <a:spcPct val="100000"/>
              </a:lnSpc>
              <a:spcAft>
                <a:spcPts val="0"/>
              </a:spcAft>
              <a:buNone/>
            </a:pPr>
            <a:r>
              <a:rPr sz="3200" b="1">
                <a:solidFill>
                  <a:srgbClr val="000000"/>
                </a:solidFill>
                <a:latin typeface="Arial"/>
              </a:rPr>
              <a:t>Two Checks</a:t>
            </a:r>
          </a:p>
        </p:txBody>
      </p:sp>
      <p:sp>
        <p:nvSpPr>
          <p:cNvPr id="6" name="TextBox 5"/>
          <p:cNvSpPr txBox="1"/>
          <p:nvPr/>
        </p:nvSpPr>
        <p:spPr>
          <a:xfrm>
            <a:off x="1645920" y="1188720"/>
            <a:ext cx="10058400" cy="5212080"/>
          </a:xfrm>
          <a:prstGeom prst="rect">
            <a:avLst/>
          </a:prstGeom>
          <a:noFill/>
        </p:spPr>
        <p:txBody>
          <a:bodyPr wrap="square" anchor="ctr">
            <a:spAutoFit/>
          </a:bodyPr>
          <a:lstStyle/>
          <a:p>
            <a:pPr>
              <a:lnSpc>
                <a:spcPct val="112000"/>
              </a:lnSpc>
              <a:spcAft>
                <a:spcPts val="1560"/>
              </a:spcAft>
            </a:pPr>
            <a:r>
              <a:rPr sz="2600">
                <a:solidFill>
                  <a:srgbClr val="202938"/>
                </a:solidFill>
                <a:latin typeface="Arial"/>
              </a:rPr>
              <a:t>Model 1: V = 500h. With h = 4 hours, substitute to obtain V = 500(4) = 2000 L.</a:t>
            </a:r>
          </a:p>
          <a:p>
            <a:pPr>
              <a:lnSpc>
                <a:spcPct val="112000"/>
              </a:lnSpc>
              <a:spcAft>
                <a:spcPts val="1560"/>
              </a:spcAft>
            </a:pPr>
            <a:r>
              <a:rPr sz="2600">
                <a:solidFill>
                  <a:srgbClr val="202938"/>
                </a:solidFill>
                <a:latin typeface="Arial"/>
              </a:rPr>
              <a:t>Model 2: P = 2n + 3. With n = 6, calculate P = 2(6) + 3 = 15.</a:t>
            </a:r>
          </a:p>
          <a:p>
            <a:pPr>
              <a:lnSpc>
                <a:spcPct val="112000"/>
              </a:lnSpc>
              <a:spcAft>
                <a:spcPts val="1560"/>
              </a:spcAft>
            </a:pPr>
            <a:r>
              <a:rPr sz="2600">
                <a:solidFill>
                  <a:srgbClr val="202938"/>
                </a:solidFill>
                <a:latin typeface="Arial"/>
              </a:rPr>
              <a:t>Compare: both models multiply a variable by a coefficient. Only the second adds a nonzero constant.</a:t>
            </a:r>
          </a:p>
          <a:p>
            <a:pPr>
              <a:lnSpc>
                <a:spcPct val="112000"/>
              </a:lnSpc>
              <a:spcAft>
                <a:spcPts val="1560"/>
              </a:spcAft>
            </a:pPr>
            <a:r>
              <a:rPr sz="2600">
                <a:solidFill>
                  <a:srgbClr val="202938"/>
                </a:solidFill>
                <a:latin typeface="Arial"/>
              </a:rPr>
              <a:t>Prediction: increasing n by 1 increases P by 2. For n = 7, P = 17.</a:t>
            </a:r>
          </a:p>
          <a:p>
            <a:pPr>
              <a:lnSpc>
                <a:spcPct val="112000"/>
              </a:lnSpc>
              <a:spcAft>
                <a:spcPts val="1560"/>
              </a:spcAft>
            </a:pPr>
            <a:r>
              <a:rPr sz="2600">
                <a:solidFill>
                  <a:srgbClr val="202938"/>
                </a:solidFill>
                <a:latin typeface="Arial"/>
              </a:rPr>
              <a:t>Explain the structure: at n = 0, P = 3. This baseline remains present regardless of 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Google Shape;115;p3">
            <a:extLst>
              <a:ext uri="{FF2B5EF4-FFF2-40B4-BE49-F238E27FC236}">
                <a16:creationId xmlns:a16="http://schemas.microsoft.com/office/drawing/2014/main" id="{A8712DAB-E832-EE39-F250-DB7894CDC0FC}"/>
              </a:ext>
            </a:extLst>
          </p:cNvPr>
          <p:cNvSpPr/>
          <p:nvPr/>
        </p:nvSpPr>
        <p:spPr>
          <a:xfrm>
            <a:off x="1293991" y="-211"/>
            <a:ext cx="10898009" cy="811249"/>
          </a:xfrm>
          <a:prstGeom prst="rect">
            <a:avLst/>
          </a:prstGeom>
          <a:solidFill>
            <a:schemeClr val="accent6">
              <a:lumMod val="20000"/>
              <a:lumOff val="80000"/>
            </a:schemeClr>
          </a:solidFill>
          <a:ln w="25400" cap="flat" cmpd="sng">
            <a:noFill/>
            <a:prstDash val="solid"/>
            <a:round/>
            <a:headEnd type="none" w="sm" len="sm"/>
            <a:tailEnd type="none" w="sm" len="sm"/>
          </a:ln>
        </p:spPr>
        <p:txBody>
          <a:bodyPr spcFirstLastPara="1" wrap="square" lIns="91425" tIns="45700" rIns="91425" bIns="45700" anchor="ctr" anchorCtr="0">
            <a:noAutofit/>
          </a:bodyPr>
          <a:lstStyle/>
          <a:p>
            <a:pPr lvl="0" algn="ctr">
              <a:buClr>
                <a:srgbClr val="000000"/>
              </a:buClr>
              <a:buSzPts val="1400"/>
              <a:defRPr/>
            </a:pPr>
            <a:endParaRPr lang="en-US" sz="3200" b="1" i="0" u="none" strike="noStrike" cap="none" spc="0" normalizeH="0" baseline="0" noProof="0" dirty="0">
              <a:ln>
                <a:noFill/>
              </a:ln>
              <a:solidFill>
                <a:srgbClr val="000000"/>
              </a:solidFill>
              <a:effectLst/>
              <a:uLnTx/>
              <a:uFillTx/>
              <a:latin typeface="Arial" panose="020B0604020202020204"/>
              <a:ea typeface="Arial" panose="020B0604020202020204"/>
              <a:cs typeface="Arial" panose="020B0604020202020204"/>
            </a:endParaRPr>
          </a:p>
        </p:txBody>
      </p:sp>
      <p:sp>
        <p:nvSpPr>
          <p:cNvPr id="4" name="TextBox 3"/>
          <p:cNvSpPr txBox="1"/>
          <p:nvPr/>
        </p:nvSpPr>
        <p:spPr>
          <a:xfrm>
            <a:off x="1607299" y="54864"/>
            <a:ext cx="10270199" cy="701521"/>
          </a:xfrm>
          <a:prstGeom prst="rect">
            <a:avLst/>
          </a:prstGeom>
          <a:noFill/>
        </p:spPr>
        <p:txBody>
          <a:bodyPr wrap="square" lIns="63500" rIns="63500" tIns="38100" bIns="38100" anchor="ctr">
            <a:noAutofit/>
          </a:bodyPr>
          <a:lstStyle/>
          <a:p>
            <a:pPr marL="0" indent="0" algn="l">
              <a:lnSpc>
                <a:spcPct val="100000"/>
              </a:lnSpc>
              <a:spcAft>
                <a:spcPts val="0"/>
              </a:spcAft>
              <a:buNone/>
            </a:pPr>
            <a:r>
              <a:rPr sz="3200" b="1">
                <a:solidFill>
                  <a:srgbClr val="000000"/>
                </a:solidFill>
                <a:latin typeface="Arial"/>
              </a:rPr>
              <a:t>Exit Ticket</a:t>
            </a:r>
          </a:p>
        </p:txBody>
      </p:sp>
      <p:sp>
        <p:nvSpPr>
          <p:cNvPr id="5" name="TextBox 4"/>
          <p:cNvSpPr txBox="1"/>
          <p:nvPr/>
        </p:nvSpPr>
        <p:spPr>
          <a:xfrm>
            <a:off x="1645920" y="1188720"/>
            <a:ext cx="10058400" cy="5212080"/>
          </a:xfrm>
          <a:prstGeom prst="rect">
            <a:avLst/>
          </a:prstGeom>
          <a:noFill/>
        </p:spPr>
        <p:txBody>
          <a:bodyPr wrap="square" anchor="ctr">
            <a:spAutoFit/>
          </a:bodyPr>
          <a:lstStyle/>
          <a:p>
            <a:pPr>
              <a:lnSpc>
                <a:spcPct val="112000"/>
              </a:lnSpc>
              <a:spcAft>
                <a:spcPts val="1560"/>
              </a:spcAft>
            </a:pPr>
            <a:r>
              <a:rPr sz="2600">
                <a:solidFill>
                  <a:srgbClr val="202938"/>
                </a:solidFill>
                <a:latin typeface="Arial"/>
              </a:rPr>
              <a:t>In 6t + 9, identify the variable, coefficient and constant. Explain the job of each part.</a:t>
            </a:r>
          </a:p>
          <a:p>
            <a:pPr>
              <a:lnSpc>
                <a:spcPct val="112000"/>
              </a:lnSpc>
              <a:spcAft>
                <a:spcPts val="1560"/>
              </a:spcAft>
            </a:pPr>
            <a:r>
              <a:rPr sz="2600">
                <a:solidFill>
                  <a:srgbClr val="202938"/>
                </a:solidFill>
                <a:latin typeface="Arial"/>
              </a:rPr>
              <a:t>Evaluate 6t + 9 for t = 2. Show substitution, multiplication and addition as separate steps.</a:t>
            </a:r>
          </a:p>
          <a:p>
            <a:pPr>
              <a:lnSpc>
                <a:spcPct val="112000"/>
              </a:lnSpc>
              <a:spcAft>
                <a:spcPts val="1560"/>
              </a:spcAft>
            </a:pPr>
            <a:r>
              <a:rPr sz="2600">
                <a:solidFill>
                  <a:srgbClr val="202938"/>
                </a:solidFill>
                <a:latin typeface="Arial"/>
              </a:rPr>
              <a:t>A student answers 90 by calculating 6(2 + 9). Explain precisely why this changes the original expression.</a:t>
            </a:r>
          </a:p>
          <a:p>
            <a:pPr>
              <a:lnSpc>
                <a:spcPct val="112000"/>
              </a:lnSpc>
              <a:spcAft>
                <a:spcPts val="1560"/>
              </a:spcAft>
            </a:pPr>
            <a:r>
              <a:rPr sz="2600">
                <a:solidFill>
                  <a:srgbClr val="202938"/>
                </a:solidFill>
                <a:latin typeface="Arial"/>
              </a:rPr>
              <a:t>Predict the change in the expression when t increases by 1. Justify your answer using the coefficient.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1"/>
          <p:cNvSpPr/>
          <p:nvPr/>
        </p:nvSpPr>
        <p:spPr>
          <a:xfrm>
            <a:off x="1458950" y="21035"/>
            <a:ext cx="10733049" cy="359965"/>
          </a:xfrm>
          <a:prstGeom prst="rect">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b="1">
              <a:solidFill>
                <a:srgbClr val="000400"/>
              </a:solidFill>
              <a:latin typeface="Times New Roman" panose="02020603050405020304" pitchFamily="18" charset="0"/>
              <a:cs typeface="Times New Roman" panose="02020603050405020304" pitchFamily="18" charset="0"/>
            </a:endParaRPr>
          </a:p>
        </p:txBody>
      </p:sp>
      <p:sp>
        <p:nvSpPr>
          <p:cNvPr id="5" name="TextBox 4"/>
          <p:cNvSpPr txBox="1"/>
          <p:nvPr/>
        </p:nvSpPr>
        <p:spPr>
          <a:xfrm>
            <a:off x="1616828" y="435864"/>
            <a:ext cx="10260599" cy="514350"/>
          </a:xfrm>
          <a:prstGeom prst="rect">
            <a:avLst/>
          </a:prstGeom>
          <a:noFill/>
        </p:spPr>
        <p:txBody>
          <a:bodyPr wrap="square" lIns="63500" rIns="63500" tIns="38100" bIns="38100" anchor="ctr">
            <a:noAutofit/>
          </a:bodyPr>
          <a:lstStyle/>
          <a:p>
            <a:pPr marL="0" indent="0" algn="l">
              <a:lnSpc>
                <a:spcPct val="100000"/>
              </a:lnSpc>
              <a:spcAft>
                <a:spcPts val="0"/>
              </a:spcAft>
              <a:buNone/>
            </a:pPr>
            <a:r>
              <a:rPr sz="3000" b="1">
                <a:solidFill>
                  <a:srgbClr val="000000"/>
                </a:solidFill>
                <a:latin typeface="Times New Roman"/>
              </a:rPr>
              <a:t>Homework</a:t>
            </a:r>
          </a:p>
        </p:txBody>
      </p:sp>
      <p:sp>
        <p:nvSpPr>
          <p:cNvPr id="6" name="TextBox 5"/>
          <p:cNvSpPr txBox="1"/>
          <p:nvPr/>
        </p:nvSpPr>
        <p:spPr>
          <a:xfrm>
            <a:off x="1645920" y="1188720"/>
            <a:ext cx="10058400" cy="5212080"/>
          </a:xfrm>
          <a:prstGeom prst="rect">
            <a:avLst/>
          </a:prstGeom>
          <a:noFill/>
        </p:spPr>
        <p:txBody>
          <a:bodyPr wrap="square" anchor="ctr">
            <a:spAutoFit/>
          </a:bodyPr>
          <a:lstStyle/>
          <a:p>
            <a:pPr>
              <a:lnSpc>
                <a:spcPct val="112000"/>
              </a:lnSpc>
              <a:spcAft>
                <a:spcPts val="1380"/>
              </a:spcAft>
            </a:pPr>
            <a:r>
              <a:rPr sz="2300">
                <a:solidFill>
                  <a:srgbClr val="202938"/>
                </a:solidFill>
                <a:latin typeface="Arial"/>
              </a:rPr>
              <a:t>Create three everyday algebra models: distance at a constant speed, total cost with a fixed fee, and volume collected at a constant rate.</a:t>
            </a:r>
          </a:p>
          <a:p>
            <a:pPr>
              <a:lnSpc>
                <a:spcPct val="112000"/>
              </a:lnSpc>
              <a:spcAft>
                <a:spcPts val="1380"/>
              </a:spcAft>
            </a:pPr>
            <a:r>
              <a:rPr sz="2300">
                <a:solidFill>
                  <a:srgbClr val="202938"/>
                </a:solidFill>
                <a:latin typeface="Arial"/>
              </a:rPr>
              <a:t>For each model, define the variable and its unit. Label the coefficient and any constant.</a:t>
            </a:r>
          </a:p>
          <a:p>
            <a:pPr>
              <a:lnSpc>
                <a:spcPct val="112000"/>
              </a:lnSpc>
              <a:spcAft>
                <a:spcPts val="1380"/>
              </a:spcAft>
            </a:pPr>
            <a:r>
              <a:rPr sz="2300">
                <a:solidFill>
                  <a:srgbClr val="202938"/>
                </a:solidFill>
                <a:latin typeface="Arial"/>
              </a:rPr>
              <a:t>Choose a value for the variable and show every substitution step. Check that the resulting unit makes sense.</a:t>
            </a:r>
          </a:p>
          <a:p>
            <a:pPr>
              <a:lnSpc>
                <a:spcPct val="112000"/>
              </a:lnSpc>
              <a:spcAft>
                <a:spcPts val="1380"/>
              </a:spcAft>
            </a:pPr>
            <a:r>
              <a:rPr sz="2300">
                <a:solidFill>
                  <a:srgbClr val="202938"/>
                </a:solidFill>
                <a:latin typeface="Arial"/>
              </a:rPr>
              <a:t>Explain one assumption for each model. State when that assumption might fail.</a:t>
            </a:r>
          </a:p>
          <a:p>
            <a:pPr>
              <a:lnSpc>
                <a:spcPct val="112000"/>
              </a:lnSpc>
              <a:spcAft>
                <a:spcPts val="1380"/>
              </a:spcAft>
            </a:pPr>
            <a:r>
              <a:rPr sz="2300">
                <a:solidFill>
                  <a:srgbClr val="202938"/>
                </a:solidFill>
                <a:latin typeface="Arial"/>
              </a:rPr>
              <a:t>Challenge: write an expression whose value rises by 4 whenever its variable rises by 1, and equals 10 at zero.</a:t>
            </a:r>
          </a:p>
        </p:txBody>
      </p:sp>
    </p:spTree>
  </p:cSld>
  <p:clrMapOvr>
    <a:masterClrMapping/>
  </p:clrMapOvr>
</p:sld>
</file>

<file path=ppt/theme/theme1.xml><?xml version="1.0" encoding="utf-8"?>
<a:theme xmlns:a="http://schemas.openxmlformats.org/drawingml/2006/main" name="1_SlidesMania">
  <a:themeElements>
    <a:clrScheme name="Simple Light">
      <a:dk1>
        <a:srgbClr val="FFFFFF"/>
      </a:dk1>
      <a:lt1>
        <a:srgbClr val="9900FF"/>
      </a:lt1>
      <a:dk2>
        <a:srgbClr val="0000FF"/>
      </a:dk2>
      <a:lt2>
        <a:srgbClr val="4A86E8"/>
      </a:lt2>
      <a:accent1>
        <a:srgbClr val="18B80E"/>
      </a:accent1>
      <a:accent2>
        <a:srgbClr val="FFCB25"/>
      </a:accent2>
      <a:accent3>
        <a:srgbClr val="B40000"/>
      </a:accent3>
      <a:accent4>
        <a:srgbClr val="23A5A5"/>
      </a:accent4>
      <a:accent5>
        <a:srgbClr val="9C189C"/>
      </a:accent5>
      <a:accent6>
        <a:srgbClr val="408332"/>
      </a:accent6>
      <a:hlink>
        <a:srgbClr val="BF9000"/>
      </a:hlink>
      <a:folHlink>
        <a:srgbClr val="0097A7"/>
      </a:folHlink>
    </a:clrScheme>
    <a:fontScheme name="Office 2007 - 2010">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4_SlidesMania">
  <a:themeElements>
    <a:clrScheme name="Simple Light">
      <a:dk1>
        <a:srgbClr val="FFFFFF"/>
      </a:dk1>
      <a:lt1>
        <a:srgbClr val="9900FF"/>
      </a:lt1>
      <a:dk2>
        <a:srgbClr val="0000FF"/>
      </a:dk2>
      <a:lt2>
        <a:srgbClr val="4A86E8"/>
      </a:lt2>
      <a:accent1>
        <a:srgbClr val="18B80E"/>
      </a:accent1>
      <a:accent2>
        <a:srgbClr val="FFCB25"/>
      </a:accent2>
      <a:accent3>
        <a:srgbClr val="B40000"/>
      </a:accent3>
      <a:accent4>
        <a:srgbClr val="23A5A5"/>
      </a:accent4>
      <a:accent5>
        <a:srgbClr val="9C189C"/>
      </a:accent5>
      <a:accent6>
        <a:srgbClr val="408332"/>
      </a:accent6>
      <a:hlink>
        <a:srgbClr val="BF9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5_SlidesMania">
  <a:themeElements>
    <a:clrScheme name="Simple Light">
      <a:dk1>
        <a:srgbClr val="FFFFFF"/>
      </a:dk1>
      <a:lt1>
        <a:srgbClr val="9900FF"/>
      </a:lt1>
      <a:dk2>
        <a:srgbClr val="0000FF"/>
      </a:dk2>
      <a:lt2>
        <a:srgbClr val="4A86E8"/>
      </a:lt2>
      <a:accent1>
        <a:srgbClr val="18B80E"/>
      </a:accent1>
      <a:accent2>
        <a:srgbClr val="FFCB25"/>
      </a:accent2>
      <a:accent3>
        <a:srgbClr val="B40000"/>
      </a:accent3>
      <a:accent4>
        <a:srgbClr val="23A5A5"/>
      </a:accent4>
      <a:accent5>
        <a:srgbClr val="9C189C"/>
      </a:accent5>
      <a:accent6>
        <a:srgbClr val="408332"/>
      </a:accent6>
      <a:hlink>
        <a:srgbClr val="BF9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activity xmlns="57e9af78-2faf-44e6-b424-47ea782aff1b"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0F2362F2D01F82438F0C2E22D3843640" ma:contentTypeVersion="5" ma:contentTypeDescription="Create a new document." ma:contentTypeScope="" ma:versionID="3441c8b153671d3da96dce21077e9305">
  <xsd:schema xmlns:xsd="http://www.w3.org/2001/XMLSchema" xmlns:xs="http://www.w3.org/2001/XMLSchema" xmlns:p="http://schemas.microsoft.com/office/2006/metadata/properties" xmlns:ns3="57e9af78-2faf-44e6-b424-47ea782aff1b" targetNamespace="http://schemas.microsoft.com/office/2006/metadata/properties" ma:root="true" ma:fieldsID="359894a88c5859df040b3a78ef87d805" ns3:_="">
    <xsd:import namespace="57e9af78-2faf-44e6-b424-47ea782aff1b"/>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7e9af78-2faf-44e6-b424-47ea782aff1b"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_activity" ma:index="12"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59C4D1F-1719-4A54-A230-C8F8F67A6119}">
  <ds:schemaRefs/>
</ds:datastoreItem>
</file>

<file path=customXml/itemProps2.xml><?xml version="1.0" encoding="utf-8"?>
<ds:datastoreItem xmlns:ds="http://schemas.openxmlformats.org/officeDocument/2006/customXml" ds:itemID="{335A1C7F-4865-460A-B544-26AE6382251E}">
  <ds:schemaRefs>
    <ds:schemaRef ds:uri="http://schemas.microsoft.com/office/infopath/2007/PartnerControls"/>
    <ds:schemaRef ds:uri="57e9af78-2faf-44e6-b424-47ea782aff1b"/>
    <ds:schemaRef ds:uri="http://schemas.microsoft.com/office/2006/documentManagement/types"/>
    <ds:schemaRef ds:uri="http://purl.org/dc/elements/1.1/"/>
    <ds:schemaRef ds:uri="http://www.w3.org/XML/1998/namespace"/>
    <ds:schemaRef ds:uri="http://purl.org/dc/dcmitype/"/>
    <ds:schemaRef ds:uri="http://schemas.openxmlformats.org/package/2006/metadata/core-properties"/>
    <ds:schemaRef ds:uri="http://schemas.microsoft.com/office/2006/metadata/properties"/>
    <ds:schemaRef ds:uri="http://purl.org/dc/terms/"/>
  </ds:schemaRefs>
</ds:datastoreItem>
</file>

<file path=customXml/itemProps3.xml><?xml version="1.0" encoding="utf-8"?>
<ds:datastoreItem xmlns:ds="http://schemas.openxmlformats.org/officeDocument/2006/customXml" ds:itemID="{3E9DAC00-17D1-4BA0-8EED-AF41A6CD98AD}">
  <ds:schemaRefs/>
</ds:datastoreItem>
</file>

<file path=docProps/app.xml><?xml version="1.0" encoding="utf-8"?>
<Properties xmlns="http://schemas.openxmlformats.org/officeDocument/2006/extended-properties" xmlns:vt="http://schemas.openxmlformats.org/officeDocument/2006/docPropsVTypes">
  <TotalTime>6545</TotalTime>
  <Words>392</Words>
  <Application>Microsoft Office PowerPoint</Application>
  <PresentationFormat>Widescreen</PresentationFormat>
  <Paragraphs>55</Paragraphs>
  <Slides>10</Slides>
  <Notes>8</Notes>
  <HiddenSlides>0</HiddenSlides>
  <MMClips>1</MMClips>
  <ScaleCrop>false</ScaleCrop>
  <HeadingPairs>
    <vt:vector size="6" baseType="variant">
      <vt:variant>
        <vt:lpstr>Fonts Used</vt:lpstr>
      </vt:variant>
      <vt:variant>
        <vt:i4>5</vt:i4>
      </vt:variant>
      <vt:variant>
        <vt:lpstr>Theme</vt:lpstr>
      </vt:variant>
      <vt:variant>
        <vt:i4>3</vt:i4>
      </vt:variant>
      <vt:variant>
        <vt:lpstr>Slide Titles</vt:lpstr>
      </vt:variant>
      <vt:variant>
        <vt:i4>10</vt:i4>
      </vt:variant>
    </vt:vector>
  </HeadingPairs>
  <TitlesOfParts>
    <vt:vector size="18" baseType="lpstr">
      <vt:lpstr>Aptos</vt:lpstr>
      <vt:lpstr>Arial</vt:lpstr>
      <vt:lpstr>Calibri</vt:lpstr>
      <vt:lpstr>Comic Sans MS</vt:lpstr>
      <vt:lpstr>Times New Roman</vt:lpstr>
      <vt:lpstr>1_SlidesMania</vt:lpstr>
      <vt:lpstr>4_SlidesMania</vt:lpstr>
      <vt:lpstr>5_SlidesMania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 Lesson 1: Variables and expressions in science</dc:title>
  <dc:creator>codevishh</dc:creator>
  <cp:lastModifiedBy>codevishh</cp:lastModifiedBy>
  <cp:revision>183</cp:revision>
  <dcterms:created xsi:type="dcterms:W3CDTF">2025-10-30T20:57:00Z</dcterms:created>
  <dcterms:modified xsi:type="dcterms:W3CDTF">2026-09-05T20:13:15Z</dcterms:modified>
  <dc:subject>Grade 10 Science</dc:subject>
  <cp:keywords>algebra</cp:keywords>
  <dc:description/>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0x0101000F2362F2D01F82438F0C2E22D3843640</vt:lpwstr>
  </property>
  <property fmtid="{D5CDD505-2E9C-101B-9397-08002B2CF9AE}" pid="3" name="KSOProductBuildVer">
    <vt:lpwstr>1033-12.1.0.25242</vt:lpwstr>
  </property>
  <property fmtid="{D5CDD505-2E9C-101B-9397-08002B2CF9AE}" pid="4" name="ICV">
    <vt:lpwstr>892DE226FB5D4FA7B52F7BA78EC4EB0B_13</vt:lpwstr>
  </property>
</Properties>
</file>