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about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about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Energy transfer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289179" indent="-260261" algn="l">
              <a:lnSpc>
                <a:spcPct val="100000"/>
              </a:lnSpc>
              <a:spcAft>
                <a:spcPts val="890"/>
              </a:spcAft>
              <a:buClr>
                <a:srgbClr val="0F766E"/>
              </a:buClr>
              <a:buFont typeface="Arial"/>
              <a:buChar char="•"/>
            </a:pPr>
            <a:r>
              <a:rPr sz="2530" b="0">
                <a:solidFill>
                  <a:srgbClr val="1F2937"/>
                </a:solidFill>
                <a:latin typeface="Open Sans"/>
              </a:rPr>
              <a:t>Heating transfers energy into a cooler object.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Energy transfer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289179" indent="-260261" algn="l">
              <a:lnSpc>
                <a:spcPct val="100000"/>
              </a:lnSpc>
              <a:spcAft>
                <a:spcPts val="890"/>
              </a:spcAft>
              <a:buClr>
                <a:srgbClr val="0F766E"/>
              </a:buClr>
              <a:buFont typeface="Arial"/>
              <a:buChar char="•"/>
            </a:pPr>
            <a:r>
              <a:rPr sz="2530" b="0">
                <a:solidFill>
                  <a:srgbClr val="1F2937"/>
                </a:solidFill>
                <a:latin typeface="Open Sans"/>
              </a:rPr>
              <a:t>Heating transfers energy into a cooler object.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0F766E"/>
      </a:dk2>
      <a:lt2>
        <a:srgbClr val="ECFDF5"/>
      </a:lt2>
      <a:accent1>
        <a:srgbClr val="0F766E"/>
      </a:accent1>
      <a:accent2>
        <a:srgbClr val="F59E0B"/>
      </a:accent2>
      <a:accent3>
        <a:srgbClr val="10B981"/>
      </a:accent3>
      <a:accent4>
        <a:srgbClr val="0EA5E9"/>
      </a:accent4>
      <a:accent5>
        <a:srgbClr val="6366F1"/>
      </a:accent5>
      <a:accent6>
        <a:srgbClr val="EF4444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Ms Audit Teacher</dc:creator>
  <cp:keywords/>
  <dc:description/>
  <cp:lastModifiedBy>Ms Audit Teacher</cp:lastModifiedBy>
  <cp:revision>1</cp:revision>
  <dcterms:created xsi:type="dcterms:W3CDTF">2013-01-27T09:14:16Z</dcterms:created>
  <dcterms:modified xsi:type="dcterms:W3CDTF">2013-01-27T09:15:58Z</dcterms:modified>
  <cp:category/>
</cp:coreProperties>
</file>