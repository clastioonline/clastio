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  <p:sp>
        <p:nvSpPr>
          <p:cNvPr id="9" name="Teacher name footer"/>
          <p:cNvSpPr txBox="1"/>
          <p:nvPr/>
        </p:nvSpPr>
        <p:spPr>
          <a:xfrm>
            <a:off x="7071183" y="6446520"/>
            <a:ext cx="4145176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Arial"/>
              </a:rPr>
              <a:t>Ms Audit Teacher</a:t>
            </a:r>
          </a:p>
        </p:txBody>
      </p:sp>
      <p:sp>
        <p:nvSpPr>
          <p:cNvPr id="10" name="Teacher page number"/>
          <p:cNvSpPr txBox="1"/>
          <p:nvPr/>
        </p:nvSpPr>
        <p:spPr>
          <a:xfrm>
            <a:off x="487667" y="6446520"/>
            <a:ext cx="1463003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  <p:sp>
        <p:nvSpPr>
          <p:cNvPr id="9" name="Teacher name footer"/>
          <p:cNvSpPr txBox="1"/>
          <p:nvPr/>
        </p:nvSpPr>
        <p:spPr>
          <a:xfrm>
            <a:off x="7071183" y="6446520"/>
            <a:ext cx="4145176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Arial"/>
              </a:rPr>
              <a:t>Ms Audit Teacher</a:t>
            </a:r>
          </a:p>
        </p:txBody>
      </p:sp>
      <p:sp>
        <p:nvSpPr>
          <p:cNvPr id="10" name="Teacher page number"/>
          <p:cNvSpPr txBox="1"/>
          <p:nvPr/>
        </p:nvSpPr>
        <p:spPr>
          <a:xfrm>
            <a:off x="487667" y="6446520"/>
            <a:ext cx="1463003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Ms Audit Teacher</dc:creator>
  <cp:keywords/>
  <dc:description/>
  <cp:lastModifiedBy>Ms Audit Teacher</cp:lastModifiedBy>
  <cp:revision>1</cp:revision>
  <dcterms:created xsi:type="dcterms:W3CDTF">2013-01-27T09:14:16Z</dcterms:created>
  <dcterms:modified xsi:type="dcterms:W3CDTF">2013-01-27T09:15:58Z</dcterms:modified>
  <cp:category/>
</cp:coreProperties>
</file>