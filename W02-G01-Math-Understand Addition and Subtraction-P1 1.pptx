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6" r:id="rId4"/>
    <p:sldMasterId id="2147483663" r:id="rId5"/>
    <p:sldMasterId id="2147483675" r:id="rId6"/>
  </p:sldMasterIdLst>
  <p:notesMasterIdLst>
    <p:notesMasterId r:id="rId17"/>
  </p:notesMasterIdLst>
  <p:sldIdLst>
    <p:sldId id="286" r:id="rId7"/>
    <p:sldId id="281" r:id="rId8"/>
    <p:sldId id="863" r:id="rId9"/>
    <p:sldId id="878" r:id="rId10"/>
    <p:sldId id="882" r:id="rId11"/>
    <p:sldId id="881" r:id="rId12"/>
    <p:sldId id="293" r:id="rId13"/>
    <p:sldId id="883" r:id="rId14"/>
    <p:sldId id="867" r:id="rId15"/>
    <p:sldId id="85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9F5F5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7" autoAdjust="0"/>
    <p:restoredTop sz="81226" autoAdjust="0"/>
  </p:normalViewPr>
  <p:slideViewPr>
    <p:cSldViewPr snapToGrid="0">
      <p:cViewPr varScale="1">
        <p:scale>
          <a:sx n="67" d="100"/>
          <a:sy n="67" d="100"/>
        </p:scale>
        <p:origin x="658" y="38"/>
      </p:cViewPr>
      <p:guideLst>
        <p:guide orient="horz" pos="217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48C07-33B2-40B2-806E-27BACD24D73E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6A341-0214-48AC-BE9F-7C2AF6A81D4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1730EDC-0FC5-E93C-27BC-189191B2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9033cd5dc_0_126:notes">
            <a:extLst>
              <a:ext uri="{FF2B5EF4-FFF2-40B4-BE49-F238E27FC236}">
                <a16:creationId xmlns:a16="http://schemas.microsoft.com/office/drawing/2014/main" id="{08B10A00-3C1C-6487-F3F2-EED47F5D3E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8" name="Google Shape;128;g389033cd5dc_0_126:notes">
            <a:extLst>
              <a:ext uri="{FF2B5EF4-FFF2-40B4-BE49-F238E27FC236}">
                <a16:creationId xmlns:a16="http://schemas.microsoft.com/office/drawing/2014/main" id="{F067E5A4-2F91-D11B-758D-4DC5EAA52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996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B361DE60-B16A-F5E5-E0BE-F4F7A25E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9033cd5dc_0_126:notes">
            <a:extLst>
              <a:ext uri="{FF2B5EF4-FFF2-40B4-BE49-F238E27FC236}">
                <a16:creationId xmlns:a16="http://schemas.microsoft.com/office/drawing/2014/main" id="{4BA6DB7F-6453-C349-79AC-84ED63F2F5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8" name="Google Shape;128;g389033cd5dc_0_126:notes">
            <a:extLst>
              <a:ext uri="{FF2B5EF4-FFF2-40B4-BE49-F238E27FC236}">
                <a16:creationId xmlns:a16="http://schemas.microsoft.com/office/drawing/2014/main" id="{E10A0930-BC5B-B597-0066-E29977CAB2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8529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9033cd5dc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8" name="Google Shape;128;g389033cd5dc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CD5E2EBE-8BBD-CAA5-A040-0DA6CCFB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9033cd5dc_0_126:notes">
            <a:extLst>
              <a:ext uri="{FF2B5EF4-FFF2-40B4-BE49-F238E27FC236}">
                <a16:creationId xmlns:a16="http://schemas.microsoft.com/office/drawing/2014/main" id="{D517336E-22FE-F687-46F2-35531E040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8" name="Google Shape;128;g389033cd5dc_0_126:notes">
            <a:extLst>
              <a:ext uri="{FF2B5EF4-FFF2-40B4-BE49-F238E27FC236}">
                <a16:creationId xmlns:a16="http://schemas.microsoft.com/office/drawing/2014/main" id="{86A9B1DD-7191-BCD5-DCBA-EC01833456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8722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6A341-0214-48AC-BE9F-7C2AF6A81D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me">
  <p:cSld name="Hom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"/>
          <p:cNvSpPr/>
          <p:nvPr/>
        </p:nvSpPr>
        <p:spPr>
          <a:xfrm>
            <a:off x="1298524" y="0"/>
            <a:ext cx="10883774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8"/>
          <p:cNvSpPr/>
          <p:nvPr/>
        </p:nvSpPr>
        <p:spPr>
          <a:xfrm rot="-5400000">
            <a:off x="1072324" y="279124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highlight>
                <a:srgbClr val="000400"/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8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nday">
  <p:cSld name="Monda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/>
          <p:nvPr/>
        </p:nvSpPr>
        <p:spPr>
          <a:xfrm>
            <a:off x="1298526" y="0"/>
            <a:ext cx="10883772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9"/>
          <p:cNvSpPr/>
          <p:nvPr/>
        </p:nvSpPr>
        <p:spPr>
          <a:xfrm rot="-5400000">
            <a:off x="1072326" y="881264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iday">
  <p:cSld name="Frida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/>
          <p:nvPr/>
        </p:nvSpPr>
        <p:spPr>
          <a:xfrm>
            <a:off x="1302503" y="0"/>
            <a:ext cx="10879795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" name="Google Shape;31;p11"/>
          <p:cNvSpPr/>
          <p:nvPr/>
        </p:nvSpPr>
        <p:spPr>
          <a:xfrm rot="-5400000">
            <a:off x="1076303" y="3321372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ful Links">
  <p:cSld name="Useful Link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/>
          <p:nvPr/>
        </p:nvSpPr>
        <p:spPr>
          <a:xfrm>
            <a:off x="1302499" y="0"/>
            <a:ext cx="10879799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" name="Google Shape;36;p12"/>
          <p:cNvSpPr/>
          <p:nvPr/>
        </p:nvSpPr>
        <p:spPr>
          <a:xfrm rot="-5400000">
            <a:off x="1076299" y="3930748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ther">
  <p:cSld name="Oth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/>
          <p:nvPr/>
        </p:nvSpPr>
        <p:spPr>
          <a:xfrm>
            <a:off x="1312028" y="0"/>
            <a:ext cx="1087027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" name="Google Shape;40;p13"/>
          <p:cNvSpPr/>
          <p:nvPr/>
        </p:nvSpPr>
        <p:spPr>
          <a:xfrm rot="-5400000">
            <a:off x="1085828" y="4534387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uesday">
  <p:cSld name="Tuesda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/>
          <p:nvPr/>
        </p:nvSpPr>
        <p:spPr>
          <a:xfrm>
            <a:off x="1298523" y="29828"/>
            <a:ext cx="10898826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" name="Google Shape;26;p10"/>
          <p:cNvSpPr/>
          <p:nvPr/>
        </p:nvSpPr>
        <p:spPr>
          <a:xfrm rot="-5400000">
            <a:off x="1072323" y="1503605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702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ednesday">
  <p:cSld name="Wednesda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9033cd5dc_0_97"/>
          <p:cNvSpPr/>
          <p:nvPr/>
        </p:nvSpPr>
        <p:spPr>
          <a:xfrm>
            <a:off x="1298235" y="0"/>
            <a:ext cx="108840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" name="Google Shape;54;g389033cd5dc_0_97"/>
          <p:cNvSpPr/>
          <p:nvPr/>
        </p:nvSpPr>
        <p:spPr>
          <a:xfrm rot="-5400000">
            <a:off x="1072035" y="2078260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" name="Google Shape;55;g389033cd5dc_0_97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6" name="Google Shape;56;g389033cd5dc_0_97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ursday">
  <p:cSld name="1_Thursda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9033cd5dc_0_102"/>
          <p:cNvSpPr/>
          <p:nvPr/>
        </p:nvSpPr>
        <p:spPr>
          <a:xfrm>
            <a:off x="1305861" y="0"/>
            <a:ext cx="108765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" name="Google Shape;59;g389033cd5dc_0_102"/>
          <p:cNvSpPr/>
          <p:nvPr/>
        </p:nvSpPr>
        <p:spPr>
          <a:xfrm rot="-5400000">
            <a:off x="1079661" y="2722689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" name="Google Shape;60;g389033cd5dc_0_102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1" name="Google Shape;61;g389033cd5dc_0_102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ursday">
  <p:cSld name="1_Thursda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9033cd5dc_0_102"/>
          <p:cNvSpPr/>
          <p:nvPr/>
        </p:nvSpPr>
        <p:spPr>
          <a:xfrm>
            <a:off x="1305861" y="0"/>
            <a:ext cx="108765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" name="Google Shape;59;g389033cd5dc_0_102"/>
          <p:cNvSpPr/>
          <p:nvPr/>
        </p:nvSpPr>
        <p:spPr>
          <a:xfrm rot="-5400000">
            <a:off x="1079661" y="2722689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" name="Google Shape;60;g389033cd5dc_0_102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1" name="Google Shape;61;g389033cd5dc_0_102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ursday">
  <p:cSld name="1_Thursda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9033cd5dc_0_102"/>
          <p:cNvSpPr/>
          <p:nvPr/>
        </p:nvSpPr>
        <p:spPr>
          <a:xfrm>
            <a:off x="1305861" y="0"/>
            <a:ext cx="108765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" name="Google Shape;59;g389033cd5dc_0_102"/>
          <p:cNvSpPr/>
          <p:nvPr/>
        </p:nvSpPr>
        <p:spPr>
          <a:xfrm rot="-5400000">
            <a:off x="1079661" y="2722689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" name="Google Shape;60;g389033cd5dc_0_102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1" name="Google Shape;61;g389033cd5dc_0_102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me">
  <p:cSld name="Hom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033cd5dc_0_82"/>
          <p:cNvSpPr/>
          <p:nvPr/>
        </p:nvSpPr>
        <p:spPr>
          <a:xfrm>
            <a:off x="1298524" y="0"/>
            <a:ext cx="108837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" name="Google Shape;64;g389033cd5dc_0_82"/>
          <p:cNvSpPr/>
          <p:nvPr/>
        </p:nvSpPr>
        <p:spPr>
          <a:xfrm rot="-5400000">
            <a:off x="1072324" y="279124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highlight>
                <a:srgbClr val="000400"/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" name="Google Shape;65;g389033cd5dc_0_82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6" name="Google Shape;66;g389033cd5dc_0_82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uesday">
  <p:cSld name="Tuesda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9033cd5dc_0_92"/>
          <p:cNvSpPr/>
          <p:nvPr/>
        </p:nvSpPr>
        <p:spPr>
          <a:xfrm>
            <a:off x="1298523" y="29828"/>
            <a:ext cx="108987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74;g389033cd5dc_0_92"/>
          <p:cNvSpPr/>
          <p:nvPr/>
        </p:nvSpPr>
        <p:spPr>
          <a:xfrm rot="-5400000">
            <a:off x="1072323" y="1503605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" name="Google Shape;75;g389033cd5dc_0_92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6" name="Google Shape;76;g389033cd5dc_0_92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iday">
  <p:cSld name="Frida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9033cd5dc_0_107"/>
          <p:cNvSpPr/>
          <p:nvPr/>
        </p:nvSpPr>
        <p:spPr>
          <a:xfrm>
            <a:off x="1302503" y="0"/>
            <a:ext cx="108798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" name="Google Shape;79;g389033cd5dc_0_107"/>
          <p:cNvSpPr/>
          <p:nvPr/>
        </p:nvSpPr>
        <p:spPr>
          <a:xfrm rot="-5400000">
            <a:off x="1076303" y="3321372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" name="Google Shape;80;g389033cd5dc_0_107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1" name="Google Shape;81;g389033cd5dc_0_107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ful Links">
  <p:cSld name="Useful Link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9033cd5dc_0_112"/>
          <p:cNvSpPr/>
          <p:nvPr/>
        </p:nvSpPr>
        <p:spPr>
          <a:xfrm>
            <a:off x="1302499" y="0"/>
            <a:ext cx="108798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" name="Google Shape;84;g389033cd5dc_0_112"/>
          <p:cNvSpPr/>
          <p:nvPr/>
        </p:nvSpPr>
        <p:spPr>
          <a:xfrm rot="-5400000">
            <a:off x="1076299" y="3930748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g389033cd5dc_0_112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089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me">
  <p:cSld name="Hom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"/>
          <p:cNvSpPr/>
          <p:nvPr/>
        </p:nvSpPr>
        <p:spPr>
          <a:xfrm>
            <a:off x="1298524" y="0"/>
            <a:ext cx="10883774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8"/>
          <p:cNvSpPr/>
          <p:nvPr/>
        </p:nvSpPr>
        <p:spPr>
          <a:xfrm rot="-5400000">
            <a:off x="1072324" y="279124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highlight>
                <a:srgbClr val="000400"/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8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nday">
  <p:cSld name="Monda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/>
          <p:nvPr/>
        </p:nvSpPr>
        <p:spPr>
          <a:xfrm>
            <a:off x="1298526" y="0"/>
            <a:ext cx="10883772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9"/>
          <p:cNvSpPr/>
          <p:nvPr/>
        </p:nvSpPr>
        <p:spPr>
          <a:xfrm rot="-5400000">
            <a:off x="1072326" y="881264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nday">
  <p:cSld name="1_Monda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/>
          <p:nvPr/>
        </p:nvSpPr>
        <p:spPr>
          <a:xfrm>
            <a:off x="1298526" y="0"/>
            <a:ext cx="10883772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9"/>
          <p:cNvSpPr/>
          <p:nvPr/>
        </p:nvSpPr>
        <p:spPr>
          <a:xfrm rot="-5400000">
            <a:off x="1072326" y="881264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uesday">
  <p:cSld name="Tuesda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/>
          <p:nvPr/>
        </p:nvSpPr>
        <p:spPr>
          <a:xfrm>
            <a:off x="1298523" y="29828"/>
            <a:ext cx="10898826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" name="Google Shape;26;p10"/>
          <p:cNvSpPr/>
          <p:nvPr/>
        </p:nvSpPr>
        <p:spPr>
          <a:xfrm rot="-5400000">
            <a:off x="1072323" y="1503605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ther">
  <p:cSld name="Oth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9033cd5dc_0_116"/>
          <p:cNvSpPr/>
          <p:nvPr/>
        </p:nvSpPr>
        <p:spPr>
          <a:xfrm>
            <a:off x="1312028" y="0"/>
            <a:ext cx="108702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g389033cd5dc_0_116"/>
          <p:cNvSpPr/>
          <p:nvPr/>
        </p:nvSpPr>
        <p:spPr>
          <a:xfrm rot="-5400000">
            <a:off x="1085828" y="4534387"/>
            <a:ext cx="312900" cy="139500"/>
          </a:xfrm>
          <a:prstGeom prst="triangle">
            <a:avLst>
              <a:gd name="adj" fmla="val 50000"/>
            </a:avLst>
          </a:prstGeom>
          <a:solidFill>
            <a:srgbClr val="000400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g389033cd5dc_0_116"/>
          <p:cNvSpPr txBox="1">
            <a:spLocks noGrp="1"/>
          </p:cNvSpPr>
          <p:nvPr>
            <p:ph type="title"/>
          </p:nvPr>
        </p:nvSpPr>
        <p:spPr>
          <a:xfrm>
            <a:off x="2678100" y="288575"/>
            <a:ext cx="9098100" cy="76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89033cd5dc_0_116"/>
          <p:cNvSpPr txBox="1">
            <a:spLocks noGrp="1"/>
          </p:cNvSpPr>
          <p:nvPr>
            <p:ph type="body" idx="1"/>
          </p:nvPr>
        </p:nvSpPr>
        <p:spPr>
          <a:xfrm>
            <a:off x="2668650" y="1318050"/>
            <a:ext cx="9098100" cy="5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2000"/>
              <a:buFont typeface="Arial" panose="020B060402020202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" Target="../slides/slide3.xml"/><Relationship Id="rId5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slide" Target="../slides/slid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>
            <a:hlinkClick r:id="rId8" action="ppaction://hlinksldjump"/>
          </p:cNvPr>
          <p:cNvSpPr txBox="1"/>
          <p:nvPr/>
        </p:nvSpPr>
        <p:spPr>
          <a:xfrm>
            <a:off x="0" y="4795"/>
            <a:ext cx="1298284" cy="61488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Topic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" name="Google Shape;7;p7">
            <a:hlinkClick r:id="rId8" action="ppaction://hlinksldjump"/>
          </p:cNvPr>
          <p:cNvSpPr txBox="1"/>
          <p:nvPr/>
        </p:nvSpPr>
        <p:spPr>
          <a:xfrm>
            <a:off x="0" y="623646"/>
            <a:ext cx="1298284" cy="614889"/>
          </a:xfrm>
          <a:prstGeom prst="rect">
            <a:avLst/>
          </a:prstGeom>
          <a:solidFill>
            <a:srgbClr val="F7C3F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Engage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" name="Google Shape;8;p7">
            <a:hlinkClick r:id="rId8" action="ppaction://hlinksldjump"/>
          </p:cNvPr>
          <p:cNvSpPr txBox="1"/>
          <p:nvPr/>
        </p:nvSpPr>
        <p:spPr>
          <a:xfrm>
            <a:off x="0" y="1234328"/>
            <a:ext cx="1298284" cy="614889"/>
          </a:xfrm>
          <a:prstGeom prst="rect">
            <a:avLst/>
          </a:prstGeom>
          <a:solidFill>
            <a:srgbClr val="C5FBC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" name="Google Shape;9;p7">
            <a:hlinkClick r:id="rId8" action="ppaction://hlinksldjump"/>
          </p:cNvPr>
          <p:cNvSpPr txBox="1"/>
          <p:nvPr/>
        </p:nvSpPr>
        <p:spPr>
          <a:xfrm>
            <a:off x="-878" y="1848416"/>
            <a:ext cx="1298284" cy="614889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Explore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" name="Google Shape;10;p7">
            <a:hlinkClick r:id="rId8" action="ppaction://hlinksldjump"/>
          </p:cNvPr>
          <p:cNvSpPr txBox="1"/>
          <p:nvPr/>
        </p:nvSpPr>
        <p:spPr>
          <a:xfrm>
            <a:off x="690" y="2462731"/>
            <a:ext cx="1298284" cy="614889"/>
          </a:xfrm>
          <a:prstGeom prst="rect">
            <a:avLst/>
          </a:prstGeom>
          <a:solidFill>
            <a:srgbClr val="C9F5F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Explain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Google Shape;11;p7">
            <a:hlinkClick r:id="rId8" action="ppaction://hlinksldjump"/>
          </p:cNvPr>
          <p:cNvSpPr txBox="1"/>
          <p:nvPr/>
        </p:nvSpPr>
        <p:spPr>
          <a:xfrm>
            <a:off x="-4664" y="3075280"/>
            <a:ext cx="1298284" cy="614889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 panose="020B0604020202020204"/>
              <a:buNone/>
            </a:pPr>
            <a:r>
              <a:rPr lang="en-US" sz="195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Elaborate</a:t>
            </a:r>
            <a:endParaRPr sz="195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" name="Google Shape;12;p7">
            <a:hlinkClick r:id="rId8" action="ppaction://hlinksldjump"/>
          </p:cNvPr>
          <p:cNvSpPr txBox="1"/>
          <p:nvPr/>
        </p:nvSpPr>
        <p:spPr>
          <a:xfrm>
            <a:off x="2048" y="3685161"/>
            <a:ext cx="1298284" cy="614889"/>
          </a:xfrm>
          <a:prstGeom prst="rect">
            <a:avLst/>
          </a:prstGeom>
          <a:solidFill>
            <a:srgbClr val="D2ED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 panose="020B0604020202020204"/>
              <a:buNone/>
            </a:pPr>
            <a:r>
              <a:rPr lang="en-US" sz="195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Evaluate</a:t>
            </a:r>
            <a:endParaRPr sz="195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Google Shape;13;p7">
            <a:hlinkClick r:id="rId8" action="ppaction://hlinksldjump"/>
          </p:cNvPr>
          <p:cNvSpPr txBox="1"/>
          <p:nvPr/>
        </p:nvSpPr>
        <p:spPr>
          <a:xfrm>
            <a:off x="98" y="4299378"/>
            <a:ext cx="1298284" cy="614889"/>
          </a:xfrm>
          <a:prstGeom prst="rect">
            <a:avLst/>
          </a:prstGeom>
          <a:solidFill>
            <a:srgbClr val="D9E5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 panose="020B0604020202020204"/>
              <a:buNone/>
            </a:pPr>
            <a:r>
              <a:rPr lang="en-US" sz="165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Self-Reflect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0" r:id="rId3"/>
    <p:sldLayoutId id="2147483661" r:id="rId4"/>
    <p:sldLayoutId id="2147483662" r:id="rId5"/>
    <p:sldLayoutId id="2147483682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89033cd5dc_0_73">
            <a:hlinkClick r:id="rId11" action="ppaction://hlinksldjump"/>
          </p:cNvPr>
          <p:cNvSpPr txBox="1"/>
          <p:nvPr/>
        </p:nvSpPr>
        <p:spPr>
          <a:xfrm>
            <a:off x="0" y="4795"/>
            <a:ext cx="1298400" cy="61500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Topic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5" name="Google Shape;45;g389033cd5dc_0_73">
            <a:hlinkClick r:id="rId11" action="ppaction://hlinksldjump"/>
          </p:cNvPr>
          <p:cNvSpPr txBox="1"/>
          <p:nvPr/>
        </p:nvSpPr>
        <p:spPr>
          <a:xfrm>
            <a:off x="0" y="623646"/>
            <a:ext cx="1298400" cy="615000"/>
          </a:xfrm>
          <a:prstGeom prst="rect">
            <a:avLst/>
          </a:prstGeom>
          <a:solidFill>
            <a:srgbClr val="F7C3F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Engage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6" name="Google Shape;46;g389033cd5dc_0_73">
            <a:hlinkClick r:id="rId11" action="ppaction://hlinksldjump"/>
          </p:cNvPr>
          <p:cNvSpPr txBox="1"/>
          <p:nvPr/>
        </p:nvSpPr>
        <p:spPr>
          <a:xfrm>
            <a:off x="0" y="1234328"/>
            <a:ext cx="1298400" cy="615000"/>
          </a:xfrm>
          <a:prstGeom prst="rect">
            <a:avLst/>
          </a:prstGeom>
          <a:solidFill>
            <a:srgbClr val="C5FBC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7" name="Google Shape;47;g389033cd5dc_0_73">
            <a:hlinkClick r:id="rId11" action="ppaction://hlinksldjump"/>
          </p:cNvPr>
          <p:cNvSpPr txBox="1"/>
          <p:nvPr/>
        </p:nvSpPr>
        <p:spPr>
          <a:xfrm>
            <a:off x="-878" y="1848416"/>
            <a:ext cx="1298400" cy="61500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Explore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8" name="Google Shape;48;g389033cd5dc_0_73">
            <a:hlinkClick r:id="rId11" action="ppaction://hlinksldjump"/>
          </p:cNvPr>
          <p:cNvSpPr txBox="1"/>
          <p:nvPr/>
        </p:nvSpPr>
        <p:spPr>
          <a:xfrm>
            <a:off x="690" y="2462731"/>
            <a:ext cx="1298400" cy="615000"/>
          </a:xfrm>
          <a:prstGeom prst="rect">
            <a:avLst/>
          </a:prstGeom>
          <a:solidFill>
            <a:srgbClr val="C9F5F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Explain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9" name="Google Shape;49;g389033cd5dc_0_73">
            <a:hlinkClick r:id="rId11" action="ppaction://hlinksldjump"/>
          </p:cNvPr>
          <p:cNvSpPr txBox="1"/>
          <p:nvPr/>
        </p:nvSpPr>
        <p:spPr>
          <a:xfrm>
            <a:off x="-4664" y="3075280"/>
            <a:ext cx="1298400" cy="615000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 panose="020B0604020202020204"/>
              <a:buNone/>
            </a:pPr>
            <a:r>
              <a:rPr lang="en-US" sz="195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Elaborate</a:t>
            </a:r>
            <a:endParaRPr sz="195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0" name="Google Shape;50;g389033cd5dc_0_73">
            <a:hlinkClick r:id="rId11" action="ppaction://hlinksldjump"/>
          </p:cNvPr>
          <p:cNvSpPr txBox="1"/>
          <p:nvPr/>
        </p:nvSpPr>
        <p:spPr>
          <a:xfrm>
            <a:off x="2048" y="3685161"/>
            <a:ext cx="1298400" cy="615000"/>
          </a:xfrm>
          <a:prstGeom prst="rect">
            <a:avLst/>
          </a:prstGeom>
          <a:solidFill>
            <a:srgbClr val="D2ED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 panose="020B0604020202020204"/>
              <a:buNone/>
            </a:pPr>
            <a:r>
              <a:rPr lang="en-US" sz="195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Evaluate</a:t>
            </a:r>
            <a:endParaRPr sz="195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1" name="Google Shape;51;g389033cd5dc_0_73">
            <a:hlinkClick r:id="rId11" action="ppaction://hlinksldjump"/>
          </p:cNvPr>
          <p:cNvSpPr txBox="1"/>
          <p:nvPr/>
        </p:nvSpPr>
        <p:spPr>
          <a:xfrm>
            <a:off x="98" y="4299378"/>
            <a:ext cx="1298400" cy="615000"/>
          </a:xfrm>
          <a:prstGeom prst="rect">
            <a:avLst/>
          </a:prstGeom>
          <a:solidFill>
            <a:srgbClr val="D9E5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 panose="020B0604020202020204"/>
              <a:buNone/>
            </a:pPr>
            <a:r>
              <a:rPr lang="en-US" sz="165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Self-Reflect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6" r:id="rId2"/>
    <p:sldLayoutId id="2147483667" r:id="rId3"/>
    <p:sldLayoutId id="2147483668" r:id="rId4"/>
    <p:sldLayoutId id="2147483669" r:id="rId5"/>
    <p:sldLayoutId id="2147483671" r:id="rId6"/>
    <p:sldLayoutId id="2147483672" r:id="rId7"/>
    <p:sldLayoutId id="2147483673" r:id="rId8"/>
    <p:sldLayoutId id="214748368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>
            <a:hlinkClick r:id="rId7" action="ppaction://hlinksldjump"/>
          </p:cNvPr>
          <p:cNvSpPr txBox="1"/>
          <p:nvPr/>
        </p:nvSpPr>
        <p:spPr>
          <a:xfrm>
            <a:off x="0" y="4795"/>
            <a:ext cx="1298284" cy="61488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Topic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" name="Google Shape;7;p7">
            <a:hlinkClick r:id="rId7" action="ppaction://hlinksldjump"/>
          </p:cNvPr>
          <p:cNvSpPr txBox="1"/>
          <p:nvPr/>
        </p:nvSpPr>
        <p:spPr>
          <a:xfrm>
            <a:off x="0" y="623646"/>
            <a:ext cx="1298284" cy="614889"/>
          </a:xfrm>
          <a:prstGeom prst="rect">
            <a:avLst/>
          </a:prstGeom>
          <a:solidFill>
            <a:srgbClr val="F7C3F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Engage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" name="Google Shape;8;p7">
            <a:hlinkClick r:id="rId7" action="ppaction://hlinksldjump"/>
          </p:cNvPr>
          <p:cNvSpPr txBox="1"/>
          <p:nvPr/>
        </p:nvSpPr>
        <p:spPr>
          <a:xfrm>
            <a:off x="0" y="1234328"/>
            <a:ext cx="1298284" cy="614889"/>
          </a:xfrm>
          <a:prstGeom prst="rect">
            <a:avLst/>
          </a:prstGeom>
          <a:solidFill>
            <a:srgbClr val="C5FBC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" name="Google Shape;9;p7">
            <a:hlinkClick r:id="rId7" action="ppaction://hlinksldjump"/>
          </p:cNvPr>
          <p:cNvSpPr txBox="1"/>
          <p:nvPr/>
        </p:nvSpPr>
        <p:spPr>
          <a:xfrm>
            <a:off x="-878" y="1848416"/>
            <a:ext cx="1298284" cy="614889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Explore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" name="Google Shape;10;p7">
            <a:hlinkClick r:id="rId7" action="ppaction://hlinksldjump"/>
          </p:cNvPr>
          <p:cNvSpPr txBox="1"/>
          <p:nvPr/>
        </p:nvSpPr>
        <p:spPr>
          <a:xfrm>
            <a:off x="690" y="2462731"/>
            <a:ext cx="1298284" cy="614889"/>
          </a:xfrm>
          <a:prstGeom prst="rect">
            <a:avLst/>
          </a:prstGeom>
          <a:solidFill>
            <a:srgbClr val="C9F5F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Explain</a:t>
            </a:r>
            <a:endParaRPr sz="200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Google Shape;11;p7">
            <a:hlinkClick r:id="rId7" action="ppaction://hlinksldjump"/>
          </p:cNvPr>
          <p:cNvSpPr txBox="1"/>
          <p:nvPr/>
        </p:nvSpPr>
        <p:spPr>
          <a:xfrm>
            <a:off x="-4664" y="3075280"/>
            <a:ext cx="1298284" cy="614889"/>
          </a:xfrm>
          <a:prstGeom prst="rect">
            <a:avLst/>
          </a:prstGeom>
          <a:solidFill>
            <a:srgbClr val="FFBDB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 panose="020B0604020202020204"/>
              <a:buNone/>
            </a:pPr>
            <a:r>
              <a:rPr lang="en-US" sz="195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Elaborate</a:t>
            </a:r>
            <a:endParaRPr sz="195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" name="Google Shape;12;p7">
            <a:hlinkClick r:id="rId7" action="ppaction://hlinksldjump"/>
          </p:cNvPr>
          <p:cNvSpPr txBox="1"/>
          <p:nvPr/>
        </p:nvSpPr>
        <p:spPr>
          <a:xfrm>
            <a:off x="2048" y="3685161"/>
            <a:ext cx="1298284" cy="614889"/>
          </a:xfrm>
          <a:prstGeom prst="rect">
            <a:avLst/>
          </a:prstGeom>
          <a:solidFill>
            <a:srgbClr val="D2ED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 panose="020B0604020202020204"/>
              <a:buNone/>
            </a:pPr>
            <a:r>
              <a:rPr lang="en-US" sz="195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Evaluate</a:t>
            </a:r>
            <a:endParaRPr sz="1950" b="1" i="0" u="none" strike="noStrike" cap="none">
              <a:solidFill>
                <a:srgbClr val="0004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Google Shape;13;p7">
            <a:hlinkClick r:id="rId7" action="ppaction://hlinksldjump"/>
          </p:cNvPr>
          <p:cNvSpPr txBox="1"/>
          <p:nvPr/>
        </p:nvSpPr>
        <p:spPr>
          <a:xfrm>
            <a:off x="98" y="4299378"/>
            <a:ext cx="1298284" cy="614889"/>
          </a:xfrm>
          <a:prstGeom prst="rect">
            <a:avLst/>
          </a:prstGeom>
          <a:solidFill>
            <a:srgbClr val="D9E5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 panose="020B0604020202020204"/>
              <a:buNone/>
            </a:pPr>
            <a:r>
              <a:rPr lang="en-US" sz="1650" b="1" i="0" u="none" strike="noStrike" cap="none">
                <a:solidFill>
                  <a:srgbClr val="0004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Self-Reflect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3">
            <a:extLst>
              <a:ext uri="{FF2B5EF4-FFF2-40B4-BE49-F238E27FC236}">
                <a16:creationId xmlns:a16="http://schemas.microsoft.com/office/drawing/2014/main" id="{60834AC4-D321-3059-D7B1-A8785B7950FC}"/>
              </a:ext>
            </a:extLst>
          </p:cNvPr>
          <p:cNvSpPr/>
          <p:nvPr/>
        </p:nvSpPr>
        <p:spPr>
          <a:xfrm>
            <a:off x="1293991" y="4518"/>
            <a:ext cx="10898009" cy="637120"/>
          </a:xfrm>
          <a:prstGeom prst="rect">
            <a:avLst/>
          </a:prstGeom>
          <a:solidFill>
            <a:srgbClr val="FFCC99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400"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524166" y="3256326"/>
            <a:ext cx="1062732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4800"/>
              <a:defRPr/>
            </a:pP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buClr>
                <a:srgbClr val="000000"/>
              </a:buClr>
              <a:buSzPts val="4800"/>
              <a:defRPr/>
            </a:pPr>
            <a:r>
              <a:rPr lang="en-US" sz="3200" b="1" kern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Lesson Title : Topic: Understand Addition and Subtraction</a:t>
            </a:r>
          </a:p>
          <a:p>
            <a:pPr>
              <a:buClr>
                <a:srgbClr val="000000"/>
              </a:buClr>
              <a:buSzPts val="4800"/>
              <a:defRPr/>
            </a:pPr>
            <a:r>
              <a:rPr lang="en-US" sz="3200" b="1" kern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</a:t>
            </a:r>
            <a:r>
              <a:rPr lang="en-US" sz="3200" b="1" kern="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Lesson1-2 Put Together</a:t>
            </a:r>
            <a:endParaRPr kumimoji="0" lang="en-US" sz="3200" i="1" u="none" strike="noStrike" kern="0" cap="none" spc="0" normalizeH="0" baseline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429850" y="2189488"/>
            <a:ext cx="1081596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Grade: 1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Section: A, B, C, D, </a:t>
            </a: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Google Shape;99;p1">
            <a:extLst>
              <a:ext uri="{FF2B5EF4-FFF2-40B4-BE49-F238E27FC236}">
                <a16:creationId xmlns:a16="http://schemas.microsoft.com/office/drawing/2014/main" id="{12BA5BA0-8241-A89C-5D46-82FE6D5FF411}"/>
              </a:ext>
            </a:extLst>
          </p:cNvPr>
          <p:cNvSpPr txBox="1"/>
          <p:nvPr/>
        </p:nvSpPr>
        <p:spPr>
          <a:xfrm>
            <a:off x="6376336" y="719911"/>
            <a:ext cx="559879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r>
              <a:rPr lang="en-US" sz="3200" b="1" kern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Monday, 07-09-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2026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AutoShape 5" descr="Half Bread Vector Art, Icons, and Graphics for Free Downloa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AutoShape 2" descr="Output image">
            <a:extLst>
              <a:ext uri="{FF2B5EF4-FFF2-40B4-BE49-F238E27FC236}">
                <a16:creationId xmlns:a16="http://schemas.microsoft.com/office/drawing/2014/main" id="{69A7A3EC-6B16-3CF1-60E6-BE875FBF68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Google Shape;115;p3">
            <a:extLst>
              <a:ext uri="{FF2B5EF4-FFF2-40B4-BE49-F238E27FC236}">
                <a16:creationId xmlns:a16="http://schemas.microsoft.com/office/drawing/2014/main" id="{B39CB551-242C-E80A-F642-B5DD0B809CA6}"/>
              </a:ext>
            </a:extLst>
          </p:cNvPr>
          <p:cNvSpPr/>
          <p:nvPr/>
        </p:nvSpPr>
        <p:spPr>
          <a:xfrm>
            <a:off x="1293991" y="25510"/>
            <a:ext cx="10898009" cy="8112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400"/>
              <a:defRPr/>
            </a:pPr>
            <a:r>
              <a:rPr lang="en-US" sz="3200">
                <a:solidFill>
                  <a:srgbClr val="000000"/>
                </a:solidFill>
              </a:rPr>
              <a:t>Date:07.09.2026</a:t>
            </a:r>
            <a:endParaRPr lang="en-US" sz="3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74AACC-7BA8-8DC9-4CBB-B2EE9BF12B14}"/>
              </a:ext>
            </a:extLst>
          </p:cNvPr>
          <p:cNvSpPr txBox="1"/>
          <p:nvPr/>
        </p:nvSpPr>
        <p:spPr>
          <a:xfrm>
            <a:off x="10557510" y="160338"/>
            <a:ext cx="1634490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cs typeface="Calibri" panose="020F0502020204030204" pitchFamily="34" charset="0"/>
              </a:rPr>
              <a:t>5min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4A0A2F-39DC-63BA-57EC-FE5B3377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6049" y="3415099"/>
            <a:ext cx="40931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A32FFC-AA0B-5941-8815-95D2591334C6}"/>
              </a:ext>
            </a:extLst>
          </p:cNvPr>
          <p:cNvSpPr txBox="1"/>
          <p:nvPr/>
        </p:nvSpPr>
        <p:spPr>
          <a:xfrm>
            <a:off x="7388058" y="2610089"/>
            <a:ext cx="4369117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rPr lang="en-US" sz="1900" b="1" dirty="0">
                <a:solidFill>
                  <a:srgbClr val="000000"/>
                </a:solidFill>
              </a:rPr>
              <a:t>• Which country Flag is this?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rPr lang="en-US" sz="1900" b="1" dirty="0">
                <a:solidFill>
                  <a:srgbClr val="000000"/>
                </a:solidFill>
              </a:rPr>
              <a:t>• How Many Colors do you see?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rPr lang="en-US" sz="1900" b="1" dirty="0">
                <a:solidFill>
                  <a:srgbClr val="000000"/>
                </a:solidFill>
              </a:rPr>
              <a:t>• Which Colors do you see?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rial"/>
              </a:defRPr>
            </a:pPr>
            <a:endParaRPr lang="en-US" sz="1900" b="1" dirty="0">
              <a:solidFill>
                <a:srgbClr val="000000"/>
              </a:solidFill>
            </a:endParaRP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Arial"/>
              </a:defRPr>
            </a:pPr>
            <a:endParaRPr lang="en-US" sz="1900" b="1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5B1FA-A0F9-A918-9FC6-FEB2A1E314F1}"/>
              </a:ext>
            </a:extLst>
          </p:cNvPr>
          <p:cNvSpPr txBox="1"/>
          <p:nvPr/>
        </p:nvSpPr>
        <p:spPr>
          <a:xfrm>
            <a:off x="3341846" y="856394"/>
            <a:ext cx="61207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9754A"/>
                </a:solidFill>
              </a:defRPr>
            </a:pPr>
            <a:r>
              <a:rPr lang="en-US" sz="3000" dirty="0"/>
              <a:t>LOOK → THINK → SHARE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FFCAF1-357D-7FEC-80D8-E1A511C8F41B}"/>
              </a:ext>
            </a:extLst>
          </p:cNvPr>
          <p:cNvSpPr txBox="1"/>
          <p:nvPr/>
        </p:nvSpPr>
        <p:spPr>
          <a:xfrm>
            <a:off x="1608773" y="1587173"/>
            <a:ext cx="61207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</a:rPr>
              <a:t>Look at the flag.</a:t>
            </a:r>
            <a:endParaRPr lang="en-AE" sz="3600" b="1" dirty="0">
              <a:solidFill>
                <a:srgbClr val="0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14E0C3-A9C9-D5B9-F654-7CA886CD3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099" y="2389695"/>
            <a:ext cx="3047541" cy="2257662"/>
          </a:xfrm>
          <a:prstGeom prst="rect">
            <a:avLst/>
          </a:prstGeom>
        </p:spPr>
      </p:pic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D1EB9FA9-6C4B-BC90-F668-3C835B30F8FF}"/>
              </a:ext>
            </a:extLst>
          </p:cNvPr>
          <p:cNvSpPr/>
          <p:nvPr/>
        </p:nvSpPr>
        <p:spPr>
          <a:xfrm>
            <a:off x="1905229" y="4903470"/>
            <a:ext cx="1691640" cy="914400"/>
          </a:xfrm>
          <a:prstGeom prst="roundRect">
            <a:avLst/>
          </a:prstGeom>
          <a:solidFill>
            <a:srgbClr val="C34444"/>
          </a:solidFill>
          <a:ln>
            <a:solidFill>
              <a:srgbClr val="1F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en-US"/>
              <a:t>RED</a:t>
            </a:r>
            <a:endParaRPr lang="en-US" dirty="0"/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87FE5037-EAA3-1A20-D06A-318B57670984}"/>
              </a:ext>
            </a:extLst>
          </p:cNvPr>
          <p:cNvSpPr/>
          <p:nvPr/>
        </p:nvSpPr>
        <p:spPr>
          <a:xfrm>
            <a:off x="4251960" y="4903470"/>
            <a:ext cx="1691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F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956"/>
                </a:solidFill>
              </a:defRPr>
            </a:pPr>
            <a:r>
              <a:rPr lang="en-US"/>
              <a:t>WHITE</a:t>
            </a:r>
            <a:endParaRPr lang="en-US" dirty="0"/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5614F0CA-01D4-45FC-6328-4DD5F3DC1B9F}"/>
              </a:ext>
            </a:extLst>
          </p:cNvPr>
          <p:cNvSpPr/>
          <p:nvPr/>
        </p:nvSpPr>
        <p:spPr>
          <a:xfrm>
            <a:off x="6248400" y="4905685"/>
            <a:ext cx="1691640" cy="914400"/>
          </a:xfrm>
          <a:prstGeom prst="roundRect">
            <a:avLst/>
          </a:prstGeom>
          <a:solidFill>
            <a:srgbClr val="39754A"/>
          </a:solidFill>
          <a:ln>
            <a:solidFill>
              <a:srgbClr val="1F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en-US" dirty="0"/>
              <a:t>GREEN</a:t>
            </a:r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A31BE2E6-7B7B-D827-0C53-203C61D03917}"/>
              </a:ext>
            </a:extLst>
          </p:cNvPr>
          <p:cNvSpPr/>
          <p:nvPr/>
        </p:nvSpPr>
        <p:spPr>
          <a:xfrm>
            <a:off x="8244840" y="4877828"/>
            <a:ext cx="169164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1F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en-US" dirty="0"/>
              <a:t>BLACK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579CE1-6CA5-37A5-691D-C6F228330AF1}"/>
              </a:ext>
            </a:extLst>
          </p:cNvPr>
          <p:cNvSpPr txBox="1"/>
          <p:nvPr/>
        </p:nvSpPr>
        <p:spPr>
          <a:xfrm>
            <a:off x="816102" y="588457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3956"/>
                </a:solidFill>
              </a:defRPr>
            </a:pPr>
            <a:r>
              <a:rPr dirty="0"/>
              <a:t>We will use UAE colors in our </a:t>
            </a:r>
            <a:r>
              <a:rPr dirty="0" err="1"/>
              <a:t>Maths</a:t>
            </a:r>
            <a:r>
              <a:rPr dirty="0"/>
              <a:t> model today.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8" grpId="0" animBg="1"/>
      <p:bldP spid="21" grpId="0" animBg="1"/>
      <p:bldP spid="23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1433075" y="815766"/>
            <a:ext cx="10619840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rgbClr val="000000"/>
              </a:buClr>
              <a:buSzPts val="2400"/>
              <a:defRPr/>
            </a:pPr>
            <a:r>
              <a:rPr lang="en-US" sz="2400" b="1" kern="0" dirty="0">
                <a:solidFill>
                  <a:srgbClr val="000000"/>
                </a:solidFill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Standards:</a:t>
            </a:r>
            <a:r>
              <a:rPr lang="en-AE" sz="2400" b="1" dirty="0">
                <a:solidFill>
                  <a:srgbClr val="000000"/>
                </a:solidFill>
              </a:rPr>
              <a:t>1.OA.A.1</a:t>
            </a:r>
            <a:r>
              <a:rPr lang="en-AE" sz="2400" dirty="0">
                <a:solidFill>
                  <a:srgbClr val="000000"/>
                </a:solidFill>
              </a:rPr>
              <a:t> </a:t>
            </a:r>
            <a:r>
              <a:rPr lang="en-AE" sz="1600" dirty="0">
                <a:solidFill>
                  <a:srgbClr val="000000"/>
                </a:solidFill>
              </a:rPr>
              <a:t>— </a:t>
            </a:r>
            <a:r>
              <a:rPr lang="en-AE" sz="2000" dirty="0">
                <a:solidFill>
                  <a:srgbClr val="000000"/>
                </a:solidFill>
              </a:rPr>
              <a:t>Use addition and subtraction within 20 to solve word problems involving situations of putting together, with unknowns in all positions.</a:t>
            </a:r>
          </a:p>
          <a:p>
            <a:pPr lvl="0" algn="just">
              <a:buClr>
                <a:srgbClr val="000000"/>
              </a:buClr>
              <a:buSzPts val="2400"/>
              <a:defRPr/>
            </a:pPr>
            <a:endParaRPr lang="en-AE" sz="2000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  <a:buSzPts val="2400"/>
              <a:defRPr/>
            </a:pPr>
            <a:r>
              <a:rPr lang="en-AE" sz="2000" b="1" dirty="0">
                <a:solidFill>
                  <a:srgbClr val="000000"/>
                </a:solidFill>
              </a:rPr>
              <a:t>MP.2—Reason Abstractly and Quantitatively</a:t>
            </a:r>
            <a:br>
              <a:rPr lang="en-AE" sz="2000" dirty="0">
                <a:solidFill>
                  <a:srgbClr val="000000"/>
                </a:solidFill>
              </a:rPr>
            </a:br>
            <a:r>
              <a:rPr lang="en-AE" sz="2000" dirty="0">
                <a:solidFill>
                  <a:srgbClr val="000000"/>
                </a:solidFill>
              </a:rPr>
              <a:t>Students represent word problems using equations and explain what the quantities mean.</a:t>
            </a:r>
          </a:p>
          <a:p>
            <a:pPr lvl="0">
              <a:buClr>
                <a:srgbClr val="000000"/>
              </a:buClr>
              <a:buSzPts val="2400"/>
              <a:defRPr/>
            </a:pPr>
            <a:endParaRPr lang="en-AE"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3600"/>
              <a:defRPr/>
            </a:pPr>
            <a:r>
              <a:rPr lang="en-US" sz="2000" b="1" u="sng" kern="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Learning Objective</a:t>
            </a:r>
            <a:r>
              <a:rPr lang="en-US" sz="2000" b="1" kern="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ts val="3600"/>
              <a:defRPr/>
            </a:pPr>
            <a:r>
              <a:rPr lang="en-US" sz="2000" b="1" kern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Can Show how two parts can make a whole.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ts val="3600"/>
              <a:defRPr/>
            </a:pPr>
            <a:endParaRPr lang="en-US" sz="2000" b="1" kern="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3600"/>
              <a:defRPr/>
            </a:pPr>
            <a:r>
              <a:rPr lang="en-US" sz="2000" b="1" u="sng" kern="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Success Criteria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: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ts val="3600"/>
              <a:defRPr/>
            </a:pPr>
            <a:r>
              <a:rPr lang="en-AE" sz="2000" b="1" dirty="0">
                <a:solidFill>
                  <a:srgbClr val="000000"/>
                </a:solidFill>
              </a:rPr>
              <a:t>ALL:</a:t>
            </a:r>
            <a:r>
              <a:rPr lang="en-AE" sz="2000" dirty="0">
                <a:solidFill>
                  <a:srgbClr val="000000"/>
                </a:solidFill>
              </a:rPr>
              <a:t> I can find the two parts.</a:t>
            </a:r>
            <a:br>
              <a:rPr lang="en-AE" sz="2000" dirty="0">
                <a:solidFill>
                  <a:srgbClr val="000000"/>
                </a:solidFill>
              </a:rPr>
            </a:br>
            <a:r>
              <a:rPr lang="en-AE" sz="2000" b="1" dirty="0">
                <a:solidFill>
                  <a:srgbClr val="000000"/>
                </a:solidFill>
              </a:rPr>
              <a:t>MOST:</a:t>
            </a:r>
            <a:r>
              <a:rPr lang="en-AE" sz="2000" dirty="0">
                <a:solidFill>
                  <a:srgbClr val="000000"/>
                </a:solidFill>
              </a:rPr>
              <a:t> I can put the parts together to find the whole.</a:t>
            </a:r>
            <a:br>
              <a:rPr lang="en-AE" sz="2000" dirty="0">
                <a:solidFill>
                  <a:srgbClr val="000000"/>
                </a:solidFill>
              </a:rPr>
            </a:br>
            <a:r>
              <a:rPr lang="en-AE" sz="2000" b="1" dirty="0">
                <a:solidFill>
                  <a:srgbClr val="000000"/>
                </a:solidFill>
              </a:rPr>
              <a:t>SOME:</a:t>
            </a:r>
            <a:r>
              <a:rPr lang="en-AE" sz="2000" dirty="0">
                <a:solidFill>
                  <a:srgbClr val="000000"/>
                </a:solidFill>
              </a:rPr>
              <a:t> I can show my thinking with cubes or a picture, and explain how I found the whole.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3600"/>
              <a:defRPr/>
            </a:pPr>
            <a:endParaRPr lang="en-US" sz="2000" dirty="0">
              <a:solidFill>
                <a:srgbClr val="000000"/>
              </a:solidFill>
              <a:cs typeface="Arial"/>
            </a:endParaRPr>
          </a:p>
          <a:p>
            <a:pPr lvl="0">
              <a:buClr>
                <a:srgbClr val="000000"/>
              </a:buClr>
              <a:buSzPts val="2400"/>
              <a:defRPr/>
            </a:pP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834545" y="0"/>
            <a:ext cx="9928830" cy="186431"/>
          </a:xfrm>
          <a:prstGeom prst="rect">
            <a:avLst/>
          </a:prstGeom>
          <a:solidFill>
            <a:srgbClr val="C5FBC2"/>
          </a:solidFill>
          <a:ln w="25400" cap="flat" cmpd="sng">
            <a:solidFill>
              <a:srgbClr val="0A4D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115;p3">
            <a:extLst>
              <a:ext uri="{FF2B5EF4-FFF2-40B4-BE49-F238E27FC236}">
                <a16:creationId xmlns:a16="http://schemas.microsoft.com/office/drawing/2014/main" id="{EB91F58B-CC33-3641-6989-29218724AA84}"/>
              </a:ext>
            </a:extLst>
          </p:cNvPr>
          <p:cNvSpPr/>
          <p:nvPr/>
        </p:nvSpPr>
        <p:spPr>
          <a:xfrm>
            <a:off x="1293991" y="4517"/>
            <a:ext cx="10898009" cy="811249"/>
          </a:xfrm>
          <a:prstGeom prst="rect">
            <a:avLst/>
          </a:prstGeom>
          <a:solidFill>
            <a:srgbClr val="C5FBC2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dirty="0">
                <a:solidFill>
                  <a:srgbClr val="000000"/>
                </a:solidFill>
                <a:cs typeface="Calibri" panose="020F0502020204030204" pitchFamily="34" charset="0"/>
              </a:rPr>
              <a:t>                                                                                     2 min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C4EA4-0C9F-95E1-D050-46E0C7C91745}"/>
              </a:ext>
            </a:extLst>
          </p:cNvPr>
          <p:cNvSpPr txBox="1"/>
          <p:nvPr/>
        </p:nvSpPr>
        <p:spPr>
          <a:xfrm>
            <a:off x="6548685" y="143069"/>
            <a:ext cx="2446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Date:07.09.2026</a:t>
            </a:r>
            <a:endParaRPr lang="en-A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23DBBDD6-4FB8-1361-CC03-4A1B398DE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15;p3">
            <a:extLst>
              <a:ext uri="{FF2B5EF4-FFF2-40B4-BE49-F238E27FC236}">
                <a16:creationId xmlns:a16="http://schemas.microsoft.com/office/drawing/2014/main" id="{E231E43B-B80D-40FF-762F-61856BA8186F}"/>
              </a:ext>
            </a:extLst>
          </p:cNvPr>
          <p:cNvSpPr/>
          <p:nvPr/>
        </p:nvSpPr>
        <p:spPr>
          <a:xfrm>
            <a:off x="1293991" y="-43262"/>
            <a:ext cx="10898009" cy="8112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400"/>
              <a:defRPr/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81038-40F0-3C7B-AFB7-219C8A7354B5}"/>
              </a:ext>
            </a:extLst>
          </p:cNvPr>
          <p:cNvSpPr txBox="1"/>
          <p:nvPr/>
        </p:nvSpPr>
        <p:spPr>
          <a:xfrm>
            <a:off x="10174457" y="-48648"/>
            <a:ext cx="1838680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</a:rPr>
              <a:t>    10min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FDF50-E75B-06D5-8F42-0DC9B17556E6}"/>
              </a:ext>
            </a:extLst>
          </p:cNvPr>
          <p:cNvSpPr txBox="1"/>
          <p:nvPr/>
        </p:nvSpPr>
        <p:spPr>
          <a:xfrm>
            <a:off x="1988663" y="127805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Savvas Solve &amp; Share • Student Book p. 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97EABD-765E-F40D-FC0A-6270C52C3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001" y="767987"/>
            <a:ext cx="6195597" cy="43209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815B6E-B7AE-035E-D3A9-29D4BB7B7CA1}"/>
              </a:ext>
            </a:extLst>
          </p:cNvPr>
          <p:cNvSpPr txBox="1"/>
          <p:nvPr/>
        </p:nvSpPr>
        <p:spPr>
          <a:xfrm>
            <a:off x="7697608" y="707194"/>
            <a:ext cx="4424055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rPr lang="en-US" sz="2000" dirty="0"/>
              <a:t>Look at the two groups.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rPr lang="en-US" sz="2000" dirty="0"/>
              <a:t> Think: What are the two groups?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rPr lang="en-US" sz="2000" dirty="0"/>
              <a:t> Build with connecting cubes.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rPr lang="en-US" sz="2000" dirty="0"/>
              <a:t>Put the groups together.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rPr lang="en-US" sz="2000" dirty="0"/>
              <a:t> Find how many apples are in all.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rPr lang="en-US" sz="2000" dirty="0"/>
              <a:t>     Show your thinking.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2293BF-CFD6-BCC4-783E-B159D9B315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16" r="5935" b="58535"/>
          <a:stretch>
            <a:fillRect/>
          </a:stretch>
        </p:blipFill>
        <p:spPr>
          <a:xfrm>
            <a:off x="2960369" y="4221590"/>
            <a:ext cx="4365699" cy="12991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CF4B06A-C60F-A8FC-DD26-617AA29A24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16" r="78482" b="58535"/>
          <a:stretch>
            <a:fillRect/>
          </a:stretch>
        </p:blipFill>
        <p:spPr>
          <a:xfrm>
            <a:off x="2226113" y="4221590"/>
            <a:ext cx="784903" cy="12991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B204EA8-4718-D1FD-B797-D909CCEFA1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388" r="5935" b="58535"/>
          <a:stretch>
            <a:fillRect/>
          </a:stretch>
        </p:blipFill>
        <p:spPr>
          <a:xfrm>
            <a:off x="7187791" y="4221590"/>
            <a:ext cx="872533" cy="12991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3995CAD-C50F-2C14-7092-718D65E8B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8210" y="3297810"/>
            <a:ext cx="2730209" cy="316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4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15;p3">
            <a:extLst>
              <a:ext uri="{FF2B5EF4-FFF2-40B4-BE49-F238E27FC236}">
                <a16:creationId xmlns:a16="http://schemas.microsoft.com/office/drawing/2014/main" id="{9192B271-5568-4147-9256-10E6049BA20B}"/>
              </a:ext>
            </a:extLst>
          </p:cNvPr>
          <p:cNvSpPr/>
          <p:nvPr/>
        </p:nvSpPr>
        <p:spPr>
          <a:xfrm>
            <a:off x="1293991" y="-43262"/>
            <a:ext cx="10898009" cy="8112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400"/>
              <a:defRPr/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5C2EA-713E-E43D-BCFD-0480942C43DB}"/>
              </a:ext>
            </a:extLst>
          </p:cNvPr>
          <p:cNvSpPr txBox="1"/>
          <p:nvPr/>
        </p:nvSpPr>
        <p:spPr>
          <a:xfrm>
            <a:off x="1293991" y="767987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9754A"/>
                </a:solidFill>
              </a:defRPr>
            </a:pPr>
            <a:r>
              <a:rPr dirty="0"/>
              <a:t>WATCH → LOOK → THINK</a:t>
            </a:r>
          </a:p>
        </p:txBody>
      </p:sp>
      <p:pic>
        <p:nvPicPr>
          <p:cNvPr id="10" name="AVA686129">
            <a:hlinkClick r:id="" action="ppaction://media"/>
            <a:extLst>
              <a:ext uri="{FF2B5EF4-FFF2-40B4-BE49-F238E27FC236}">
                <a16:creationId xmlns:a16="http://schemas.microsoft.com/office/drawing/2014/main" id="{4CCCCF1B-B210-3D83-E645-759F48840A3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92374" y="1497331"/>
            <a:ext cx="7935954" cy="44653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132FB2-3567-2012-0B25-4A845B6ADF93}"/>
              </a:ext>
            </a:extLst>
          </p:cNvPr>
          <p:cNvSpPr txBox="1"/>
          <p:nvPr/>
        </p:nvSpPr>
        <p:spPr>
          <a:xfrm>
            <a:off x="1608772" y="188702"/>
            <a:ext cx="9912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Savvas Visual Learning Bridge • Student Book p. 10    8min</a:t>
            </a:r>
          </a:p>
        </p:txBody>
      </p:sp>
    </p:spTree>
    <p:extLst>
      <p:ext uri="{BB962C8B-B14F-4D97-AF65-F5344CB8AC3E}">
        <p14:creationId xmlns:p14="http://schemas.microsoft.com/office/powerpoint/2010/main" val="315554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80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359815C2-F43D-543F-501C-E75F61FD4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15;p3">
            <a:extLst>
              <a:ext uri="{FF2B5EF4-FFF2-40B4-BE49-F238E27FC236}">
                <a16:creationId xmlns:a16="http://schemas.microsoft.com/office/drawing/2014/main" id="{7B6EC05F-AF91-2367-0DDA-5960D7E579CF}"/>
              </a:ext>
            </a:extLst>
          </p:cNvPr>
          <p:cNvSpPr/>
          <p:nvPr/>
        </p:nvSpPr>
        <p:spPr>
          <a:xfrm>
            <a:off x="1293991" y="-43262"/>
            <a:ext cx="10898009" cy="811249"/>
          </a:xfrm>
          <a:prstGeom prst="rect">
            <a:avLst/>
          </a:prstGeom>
          <a:solidFill>
            <a:srgbClr val="C9F5F5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400"/>
              <a:defRPr/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1CAB05-FBD2-1A0B-C8F3-695EE205C755}"/>
              </a:ext>
            </a:extLst>
          </p:cNvPr>
          <p:cNvSpPr txBox="1"/>
          <p:nvPr/>
        </p:nvSpPr>
        <p:spPr>
          <a:xfrm>
            <a:off x="10159740" y="124915"/>
            <a:ext cx="183868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sz="32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9E256-F803-EE51-31F3-5C43186E0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212" y="1260916"/>
            <a:ext cx="3589811" cy="4614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1066F7-1F95-F250-112A-CDA798E68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925" y="1030379"/>
            <a:ext cx="3391630" cy="49932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387B7D-AA10-632A-DD02-6924CA87C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095" y="2474595"/>
            <a:ext cx="2863215" cy="190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15;p3">
            <a:extLst>
              <a:ext uri="{FF2B5EF4-FFF2-40B4-BE49-F238E27FC236}">
                <a16:creationId xmlns:a16="http://schemas.microsoft.com/office/drawing/2014/main" id="{F4C09C1B-E608-015D-74DC-2B29FF41A371}"/>
              </a:ext>
            </a:extLst>
          </p:cNvPr>
          <p:cNvSpPr/>
          <p:nvPr/>
        </p:nvSpPr>
        <p:spPr>
          <a:xfrm>
            <a:off x="1293991" y="-63115"/>
            <a:ext cx="10898009" cy="8112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400"/>
              <a:defRPr/>
            </a:pPr>
            <a:endParaRPr lang="en-US" sz="3200" b="1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2DEF7-F3DF-80EE-595D-8CC0D8A4F48C}"/>
              </a:ext>
            </a:extLst>
          </p:cNvPr>
          <p:cNvSpPr txBox="1"/>
          <p:nvPr/>
        </p:nvSpPr>
        <p:spPr>
          <a:xfrm>
            <a:off x="10147121" y="0"/>
            <a:ext cx="1890069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</a:rPr>
              <a:t>10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ED207-1174-8C9C-6D80-608D357783B8}"/>
              </a:ext>
            </a:extLst>
          </p:cNvPr>
          <p:cNvSpPr txBox="1"/>
          <p:nvPr/>
        </p:nvSpPr>
        <p:spPr>
          <a:xfrm>
            <a:off x="1293991" y="811249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9754A"/>
                </a:solidFill>
              </a:defRPr>
            </a:pPr>
            <a:r>
              <a:rPr dirty="0"/>
              <a:t>BUILD → TURN → COMPARE → EXPLAIN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A6AB6E-5A7B-EA5C-95FA-ED119AFDF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795" y="1635860"/>
            <a:ext cx="3725545" cy="39876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D56182-E0B1-0DE4-C037-E8A5CC8CF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274" y="1635860"/>
            <a:ext cx="6100116" cy="4455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77A43E-735B-4605-2839-BEF5EC1A7A29}"/>
              </a:ext>
            </a:extLst>
          </p:cNvPr>
          <p:cNvSpPr txBox="1"/>
          <p:nvPr/>
        </p:nvSpPr>
        <p:spPr>
          <a:xfrm>
            <a:off x="914400" y="914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9754A"/>
                </a:solidFill>
              </a:defRPr>
            </a:pPr>
            <a:r>
              <a:rPr dirty="0"/>
              <a:t>BUILD → WRITE → SAY</a:t>
            </a:r>
          </a:p>
        </p:txBody>
      </p:sp>
      <p:sp>
        <p:nvSpPr>
          <p:cNvPr id="7" name="Google Shape;115;p3">
            <a:extLst>
              <a:ext uri="{FF2B5EF4-FFF2-40B4-BE49-F238E27FC236}">
                <a16:creationId xmlns:a16="http://schemas.microsoft.com/office/drawing/2014/main" id="{7FF6DE3A-D8EF-B11C-3229-6CCD261B517F}"/>
              </a:ext>
            </a:extLst>
          </p:cNvPr>
          <p:cNvSpPr/>
          <p:nvPr/>
        </p:nvSpPr>
        <p:spPr>
          <a:xfrm>
            <a:off x="1293991" y="0"/>
            <a:ext cx="10898009" cy="8112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400"/>
              <a:defRPr/>
            </a:pPr>
            <a:endParaRPr lang="en-US" sz="3200" b="1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786341-9506-6D98-361E-5B1C8370A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1724606"/>
            <a:ext cx="6142241" cy="40034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69B882-6AD0-FE74-94A2-5581D735D87A}"/>
              </a:ext>
            </a:extLst>
          </p:cNvPr>
          <p:cNvSpPr txBox="1"/>
          <p:nvPr/>
        </p:nvSpPr>
        <p:spPr>
          <a:xfrm>
            <a:off x="1494472" y="214167"/>
            <a:ext cx="105527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000000"/>
                </a:solidFill>
              </a:rPr>
              <a:t>Guided Practice • Student Book p. 10                Date:07.09.2026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16AF31-8714-D0C4-C8C3-B372DE5B481F}"/>
              </a:ext>
            </a:extLst>
          </p:cNvPr>
          <p:cNvSpPr txBox="1"/>
          <p:nvPr/>
        </p:nvSpPr>
        <p:spPr>
          <a:xfrm>
            <a:off x="8387477" y="1962349"/>
            <a:ext cx="294179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E" dirty="0">
                <a:solidFill>
                  <a:srgbClr val="000000"/>
                </a:solidFill>
              </a:rPr>
              <a:t>Look carefully at each group of objects.</a:t>
            </a:r>
          </a:p>
          <a:p>
            <a:pPr marL="342900" indent="-342900">
              <a:buAutoNum type="arabicPeriod"/>
            </a:pPr>
            <a:r>
              <a:rPr lang="en-AE" dirty="0">
                <a:solidFill>
                  <a:srgbClr val="000000"/>
                </a:solidFill>
              </a:rPr>
              <a:t> Count the two parts  how many are in each group?</a:t>
            </a:r>
          </a:p>
          <a:p>
            <a:pPr marL="342900" indent="-342900">
              <a:buAutoNum type="arabicPeriod"/>
            </a:pPr>
            <a:r>
              <a:rPr lang="en-AE" dirty="0">
                <a:solidFill>
                  <a:srgbClr val="000000"/>
                </a:solidFill>
              </a:rPr>
              <a:t>Put the two parts together and write the addition equation.</a:t>
            </a:r>
          </a:p>
          <a:p>
            <a:pPr marL="342900" indent="-342900">
              <a:buAutoNum type="arabicPeriod"/>
            </a:pPr>
            <a:r>
              <a:rPr lang="en-AE" dirty="0">
                <a:solidFill>
                  <a:srgbClr val="000000"/>
                </a:solidFill>
              </a:rPr>
              <a:t> Find and write the whole — how many are there in all?</a:t>
            </a:r>
          </a:p>
        </p:txBody>
      </p:sp>
    </p:spTree>
    <p:extLst>
      <p:ext uri="{BB962C8B-B14F-4D97-AF65-F5344CB8AC3E}">
        <p14:creationId xmlns:p14="http://schemas.microsoft.com/office/powerpoint/2010/main" val="1285163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8454095D-33DE-63BF-1806-5E56A9C57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15;p3">
            <a:extLst>
              <a:ext uri="{FF2B5EF4-FFF2-40B4-BE49-F238E27FC236}">
                <a16:creationId xmlns:a16="http://schemas.microsoft.com/office/drawing/2014/main" id="{A8712DAB-E832-EE39-F250-DB7894CDC0FC}"/>
              </a:ext>
            </a:extLst>
          </p:cNvPr>
          <p:cNvSpPr/>
          <p:nvPr/>
        </p:nvSpPr>
        <p:spPr>
          <a:xfrm>
            <a:off x="1293991" y="-211"/>
            <a:ext cx="10898009" cy="8112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400"/>
              <a:defRPr/>
            </a:pPr>
            <a:endParaRPr lang="en-US" sz="3200" b="1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29402A-B502-4C5E-1A0E-D6CD1C0E01B0}"/>
              </a:ext>
            </a:extLst>
          </p:cNvPr>
          <p:cNvSpPr/>
          <p:nvPr/>
        </p:nvSpPr>
        <p:spPr>
          <a:xfrm>
            <a:off x="1408133" y="774591"/>
            <a:ext cx="36346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rgbClr val="000000"/>
                </a:solidFill>
                <a:effectLst/>
              </a:rPr>
              <a:t>Exit Ticket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A8B05-7127-359B-39C5-5C27BDDB1F9B}"/>
              </a:ext>
            </a:extLst>
          </p:cNvPr>
          <p:cNvSpPr txBox="1"/>
          <p:nvPr/>
        </p:nvSpPr>
        <p:spPr>
          <a:xfrm>
            <a:off x="10353320" y="113025"/>
            <a:ext cx="183868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</a:rPr>
              <a:t>4 min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C2362-D3A1-2D9D-8B3C-89248F4C279A}"/>
              </a:ext>
            </a:extLst>
          </p:cNvPr>
          <p:cNvSpPr txBox="1"/>
          <p:nvPr/>
        </p:nvSpPr>
        <p:spPr>
          <a:xfrm>
            <a:off x="8346053" y="2277040"/>
            <a:ext cx="32782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            👀 Look carefully at the problem.</a:t>
            </a:r>
          </a:p>
          <a:p>
            <a:r>
              <a:rPr lang="en-US" dirty="0">
                <a:solidFill>
                  <a:srgbClr val="000000"/>
                </a:solidFill>
              </a:rPr>
              <a:t>2. Count the two parts and identify the numbers.</a:t>
            </a:r>
          </a:p>
          <a:p>
            <a:r>
              <a:rPr lang="en-US" dirty="0">
                <a:solidFill>
                  <a:srgbClr val="000000"/>
                </a:solidFill>
              </a:rPr>
              <a:t>3.  Write the equation that shows the two parts put together.</a:t>
            </a:r>
          </a:p>
          <a:p>
            <a:r>
              <a:rPr lang="en-US" dirty="0">
                <a:solidFill>
                  <a:srgbClr val="000000"/>
                </a:solidFill>
              </a:rPr>
              <a:t>4. Check your answer before you submit your </a:t>
            </a:r>
            <a:r>
              <a:rPr lang="en-US" dirty="0"/>
              <a:t>work.</a:t>
            </a:r>
            <a:endParaRPr lang="en-A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3B0DD9-AF0B-E5C6-0D38-4C70AE42A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613" y="1828800"/>
            <a:ext cx="5949315" cy="396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28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8950" y="21035"/>
            <a:ext cx="10733049" cy="3599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>
              <a:solidFill>
                <a:srgbClr val="0004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EE1A7-DB9E-1F2A-685C-BD80A4F501F8}"/>
              </a:ext>
            </a:extLst>
          </p:cNvPr>
          <p:cNvSpPr txBox="1"/>
          <p:nvPr/>
        </p:nvSpPr>
        <p:spPr>
          <a:xfrm>
            <a:off x="10353320" y="-6978"/>
            <a:ext cx="1838680" cy="5847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</a:rPr>
              <a:t>1:00 min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DD1790-104A-4709-386D-482FDE6C5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790" y="605810"/>
            <a:ext cx="8694420" cy="5796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SlidesMania">
  <a:themeElements>
    <a:clrScheme name="Simple Light">
      <a:dk1>
        <a:srgbClr val="FFFFFF"/>
      </a:dk1>
      <a:lt1>
        <a:srgbClr val="9900FF"/>
      </a:lt1>
      <a:dk2>
        <a:srgbClr val="0000FF"/>
      </a:dk2>
      <a:lt2>
        <a:srgbClr val="4A86E8"/>
      </a:lt2>
      <a:accent1>
        <a:srgbClr val="18B80E"/>
      </a:accent1>
      <a:accent2>
        <a:srgbClr val="FFCB25"/>
      </a:accent2>
      <a:accent3>
        <a:srgbClr val="B40000"/>
      </a:accent3>
      <a:accent4>
        <a:srgbClr val="23A5A5"/>
      </a:accent4>
      <a:accent5>
        <a:srgbClr val="9C189C"/>
      </a:accent5>
      <a:accent6>
        <a:srgbClr val="408332"/>
      </a:accent6>
      <a:hlink>
        <a:srgbClr val="BF9000"/>
      </a:hlink>
      <a:folHlink>
        <a:srgbClr val="0097A7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SlidesMania">
  <a:themeElements>
    <a:clrScheme name="Simple Light">
      <a:dk1>
        <a:srgbClr val="FFFFFF"/>
      </a:dk1>
      <a:lt1>
        <a:srgbClr val="9900FF"/>
      </a:lt1>
      <a:dk2>
        <a:srgbClr val="0000FF"/>
      </a:dk2>
      <a:lt2>
        <a:srgbClr val="4A86E8"/>
      </a:lt2>
      <a:accent1>
        <a:srgbClr val="18B80E"/>
      </a:accent1>
      <a:accent2>
        <a:srgbClr val="FFCB25"/>
      </a:accent2>
      <a:accent3>
        <a:srgbClr val="B40000"/>
      </a:accent3>
      <a:accent4>
        <a:srgbClr val="23A5A5"/>
      </a:accent4>
      <a:accent5>
        <a:srgbClr val="9C189C"/>
      </a:accent5>
      <a:accent6>
        <a:srgbClr val="408332"/>
      </a:accent6>
      <a:hlink>
        <a:srgbClr val="BF9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SlidesMania">
  <a:themeElements>
    <a:clrScheme name="Simple Light">
      <a:dk1>
        <a:srgbClr val="FFFFFF"/>
      </a:dk1>
      <a:lt1>
        <a:srgbClr val="9900FF"/>
      </a:lt1>
      <a:dk2>
        <a:srgbClr val="0000FF"/>
      </a:dk2>
      <a:lt2>
        <a:srgbClr val="4A86E8"/>
      </a:lt2>
      <a:accent1>
        <a:srgbClr val="18B80E"/>
      </a:accent1>
      <a:accent2>
        <a:srgbClr val="FFCB25"/>
      </a:accent2>
      <a:accent3>
        <a:srgbClr val="B40000"/>
      </a:accent3>
      <a:accent4>
        <a:srgbClr val="23A5A5"/>
      </a:accent4>
      <a:accent5>
        <a:srgbClr val="9C189C"/>
      </a:accent5>
      <a:accent6>
        <a:srgbClr val="408332"/>
      </a:accent6>
      <a:hlink>
        <a:srgbClr val="BF9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7e9af78-2faf-44e6-b424-47ea782aff1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2362F2D01F82438F0C2E22D3843640" ma:contentTypeVersion="5" ma:contentTypeDescription="Create a new document." ma:contentTypeScope="" ma:versionID="3441c8b153671d3da96dce21077e9305">
  <xsd:schema xmlns:xsd="http://www.w3.org/2001/XMLSchema" xmlns:xs="http://www.w3.org/2001/XMLSchema" xmlns:p="http://schemas.microsoft.com/office/2006/metadata/properties" xmlns:ns3="57e9af78-2faf-44e6-b424-47ea782aff1b" targetNamespace="http://schemas.microsoft.com/office/2006/metadata/properties" ma:root="true" ma:fieldsID="359894a88c5859df040b3a78ef87d805" ns3:_="">
    <xsd:import namespace="57e9af78-2faf-44e6-b424-47ea782aff1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e9af78-2faf-44e6-b424-47ea782aff1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9C4D1F-1719-4A54-A230-C8F8F67A6119}">
  <ds:schemaRefs/>
</ds:datastoreItem>
</file>

<file path=customXml/itemProps2.xml><?xml version="1.0" encoding="utf-8"?>
<ds:datastoreItem xmlns:ds="http://schemas.openxmlformats.org/officeDocument/2006/customXml" ds:itemID="{335A1C7F-4865-460A-B544-26AE6382251E}">
  <ds:schemaRefs>
    <ds:schemaRef ds:uri="http://schemas.microsoft.com/office/infopath/2007/PartnerControls"/>
    <ds:schemaRef ds:uri="57e9af78-2faf-44e6-b424-47ea782aff1b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E9DAC00-17D1-4BA0-8EED-AF41A6CD98A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6545</TotalTime>
  <Words>392</Words>
  <Application>Microsoft Office PowerPoint</Application>
  <PresentationFormat>Widescreen</PresentationFormat>
  <Paragraphs>55</Paragraphs>
  <Slides>10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Comic Sans MS</vt:lpstr>
      <vt:lpstr>Times New Roman</vt:lpstr>
      <vt:lpstr>1_SlidesMania</vt:lpstr>
      <vt:lpstr>4_SlidesMania</vt:lpstr>
      <vt:lpstr>5_SlidesMania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shagufta</dc:creator>
  <cp:lastModifiedBy>gulnaaz ms</cp:lastModifiedBy>
  <cp:revision>183</cp:revision>
  <dcterms:created xsi:type="dcterms:W3CDTF">2025-10-30T20:57:00Z</dcterms:created>
  <dcterms:modified xsi:type="dcterms:W3CDTF">2026-09-05T20:13:15Z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0x0101000F2362F2D01F82438F0C2E22D3843640</vt:lpwstr>
  </property>
  <property fmtid="{D5CDD505-2E9C-101B-9397-08002B2CF9AE}" pid="3" name="KSOProductBuildVer">
    <vt:lpwstr>1033-12.1.0.25242</vt:lpwstr>
  </property>
  <property fmtid="{D5CDD505-2E9C-101B-9397-08002B2CF9AE}" pid="4" name="ICV">
    <vt:lpwstr>892DE226FB5D4FA7B52F7BA78EC4EB0B_13</vt:lpwstr>
  </property>
</Properties>
</file>